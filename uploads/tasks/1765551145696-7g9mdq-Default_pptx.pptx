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410325" y="635"/>
            <a:ext cx="5782310" cy="6586220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>
          <a:xfrm rot="5400000">
            <a:off x="5880100" y="544830"/>
            <a:ext cx="6565265" cy="5776595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1"/>
          <a:stretch>
            <a:fillRect/>
          </a:stretch>
        </p:blipFill>
        <p:spPr>
          <a:xfrm>
            <a:off x="6082030" y="243205"/>
            <a:ext cx="5852160" cy="6614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190615" y="635"/>
            <a:ext cx="6001385" cy="6856730"/>
          </a:xfrm>
          <a:prstGeom prst="rect">
            <a:avLst/>
          </a:prstGeom>
        </p:spPr>
      </p:pic>
      <p:pic>
        <p:nvPicPr>
          <p:cNvPr id="95" name="Picture 94"/>
          <p:cNvPicPr/>
          <p:nvPr/>
        </p:nvPicPr>
        <p:blipFill>
          <a:blip r:embed="rId2"/>
          <a:stretch>
            <a:fillRect/>
          </a:stretch>
        </p:blipFill>
        <p:spPr>
          <a:xfrm rot="5400000">
            <a:off x="5897880" y="627380"/>
            <a:ext cx="6444615" cy="5675630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5964555" cy="685673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5475605" y="454660"/>
            <a:ext cx="1178560" cy="382270"/>
            <a:chOff x="8623" y="716"/>
            <a:chExt cx="1856" cy="602"/>
          </a:xfrm>
        </p:grpSpPr>
        <p:sp>
          <p:nvSpPr>
            <p:cNvPr id="3" name="Donut 2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" name="Donut 3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" name="Block Arc 1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475605" y="1101725"/>
            <a:ext cx="1178560" cy="382270"/>
            <a:chOff x="8623" y="716"/>
            <a:chExt cx="1856" cy="602"/>
          </a:xfrm>
        </p:grpSpPr>
        <p:sp>
          <p:nvSpPr>
            <p:cNvPr id="64" name="Donut 63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" name="Donut 64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6" name="Block Arc 65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5475605" y="1748790"/>
            <a:ext cx="1178560" cy="382270"/>
            <a:chOff x="8623" y="716"/>
            <a:chExt cx="1856" cy="602"/>
          </a:xfrm>
        </p:grpSpPr>
        <p:sp>
          <p:nvSpPr>
            <p:cNvPr id="68" name="Donut 67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9" name="Donut 68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0" name="Block Arc 69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475605" y="2395855"/>
            <a:ext cx="1178560" cy="382270"/>
            <a:chOff x="8623" y="716"/>
            <a:chExt cx="1856" cy="602"/>
          </a:xfrm>
        </p:grpSpPr>
        <p:sp>
          <p:nvSpPr>
            <p:cNvPr id="72" name="Donut 71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3" name="Donut 72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4" name="Block Arc 73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5475605" y="3042920"/>
            <a:ext cx="1178560" cy="382270"/>
            <a:chOff x="8623" y="716"/>
            <a:chExt cx="1856" cy="602"/>
          </a:xfrm>
        </p:grpSpPr>
        <p:sp>
          <p:nvSpPr>
            <p:cNvPr id="76" name="Donut 75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Donut 76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8" name="Block Arc 77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475605" y="3689985"/>
            <a:ext cx="1178560" cy="382270"/>
            <a:chOff x="8623" y="716"/>
            <a:chExt cx="1856" cy="602"/>
          </a:xfrm>
        </p:grpSpPr>
        <p:sp>
          <p:nvSpPr>
            <p:cNvPr id="80" name="Donut 79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1" name="Donut 80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2" name="Block Arc 81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5475605" y="4337050"/>
            <a:ext cx="1178560" cy="382270"/>
            <a:chOff x="8623" y="716"/>
            <a:chExt cx="1856" cy="602"/>
          </a:xfrm>
        </p:grpSpPr>
        <p:sp>
          <p:nvSpPr>
            <p:cNvPr id="84" name="Donut 83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5" name="Donut 84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6" name="Block Arc 85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5475605" y="4984115"/>
            <a:ext cx="1178560" cy="382270"/>
            <a:chOff x="8623" y="716"/>
            <a:chExt cx="1856" cy="602"/>
          </a:xfrm>
        </p:grpSpPr>
        <p:sp>
          <p:nvSpPr>
            <p:cNvPr id="88" name="Donut 87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9" name="Donut 88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0" name="Block Arc 89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5475605" y="5631180"/>
            <a:ext cx="1178560" cy="382270"/>
            <a:chOff x="8623" y="716"/>
            <a:chExt cx="1856" cy="602"/>
          </a:xfrm>
        </p:grpSpPr>
        <p:sp>
          <p:nvSpPr>
            <p:cNvPr id="92" name="Donut 91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3" name="Donut 92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4" name="Block Arc 93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5964555" cy="685673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 rot="16200000">
            <a:off x="-240030" y="627380"/>
            <a:ext cx="6444615" cy="567563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190615" y="635"/>
            <a:ext cx="6001385" cy="6856730"/>
          </a:xfrm>
          <a:prstGeom prst="rect">
            <a:avLst/>
          </a:prstGeom>
        </p:spPr>
      </p:pic>
      <p:pic>
        <p:nvPicPr>
          <p:cNvPr id="95" name="Picture 94"/>
          <p:cNvPicPr/>
          <p:nvPr/>
        </p:nvPicPr>
        <p:blipFill>
          <a:blip r:embed="rId2"/>
          <a:stretch>
            <a:fillRect/>
          </a:stretch>
        </p:blipFill>
        <p:spPr>
          <a:xfrm rot="5400000">
            <a:off x="5897880" y="627380"/>
            <a:ext cx="6444615" cy="567563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5475605" y="454660"/>
            <a:ext cx="1178560" cy="382270"/>
            <a:chOff x="8623" y="716"/>
            <a:chExt cx="1856" cy="602"/>
          </a:xfrm>
        </p:grpSpPr>
        <p:sp>
          <p:nvSpPr>
            <p:cNvPr id="3" name="Donut 2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" name="Donut 3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" name="Block Arc 1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475605" y="1101725"/>
            <a:ext cx="1178560" cy="382270"/>
            <a:chOff x="8623" y="716"/>
            <a:chExt cx="1856" cy="602"/>
          </a:xfrm>
        </p:grpSpPr>
        <p:sp>
          <p:nvSpPr>
            <p:cNvPr id="64" name="Donut 63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" name="Donut 64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6" name="Block Arc 65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5475605" y="1748790"/>
            <a:ext cx="1178560" cy="382270"/>
            <a:chOff x="8623" y="716"/>
            <a:chExt cx="1856" cy="602"/>
          </a:xfrm>
        </p:grpSpPr>
        <p:sp>
          <p:nvSpPr>
            <p:cNvPr id="68" name="Donut 67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9" name="Donut 68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0" name="Block Arc 69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475605" y="2395855"/>
            <a:ext cx="1178560" cy="382270"/>
            <a:chOff x="8623" y="716"/>
            <a:chExt cx="1856" cy="602"/>
          </a:xfrm>
        </p:grpSpPr>
        <p:sp>
          <p:nvSpPr>
            <p:cNvPr id="72" name="Donut 71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3" name="Donut 72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4" name="Block Arc 73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5475605" y="3042920"/>
            <a:ext cx="1178560" cy="382270"/>
            <a:chOff x="8623" y="716"/>
            <a:chExt cx="1856" cy="602"/>
          </a:xfrm>
        </p:grpSpPr>
        <p:sp>
          <p:nvSpPr>
            <p:cNvPr id="76" name="Donut 75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Donut 76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8" name="Block Arc 77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475605" y="3689985"/>
            <a:ext cx="1178560" cy="382270"/>
            <a:chOff x="8623" y="716"/>
            <a:chExt cx="1856" cy="602"/>
          </a:xfrm>
        </p:grpSpPr>
        <p:sp>
          <p:nvSpPr>
            <p:cNvPr id="80" name="Donut 79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1" name="Donut 80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2" name="Block Arc 81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5475605" y="4337050"/>
            <a:ext cx="1178560" cy="382270"/>
            <a:chOff x="8623" y="716"/>
            <a:chExt cx="1856" cy="602"/>
          </a:xfrm>
        </p:grpSpPr>
        <p:sp>
          <p:nvSpPr>
            <p:cNvPr id="84" name="Donut 83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5" name="Donut 84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6" name="Block Arc 85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5475605" y="4984115"/>
            <a:ext cx="1178560" cy="382270"/>
            <a:chOff x="8623" y="716"/>
            <a:chExt cx="1856" cy="602"/>
          </a:xfrm>
        </p:grpSpPr>
        <p:sp>
          <p:nvSpPr>
            <p:cNvPr id="88" name="Donut 87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9" name="Donut 88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0" name="Block Arc 89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5475605" y="5631180"/>
            <a:ext cx="1178560" cy="382270"/>
            <a:chOff x="8623" y="716"/>
            <a:chExt cx="1856" cy="602"/>
          </a:xfrm>
        </p:grpSpPr>
        <p:sp>
          <p:nvSpPr>
            <p:cNvPr id="92" name="Donut 91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3" name="Donut 92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4" name="Block Arc 93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5964555" cy="685673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 rot="16200000">
            <a:off x="-240030" y="627380"/>
            <a:ext cx="6444615" cy="567563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190615" y="635"/>
            <a:ext cx="6001385" cy="6856730"/>
          </a:xfrm>
          <a:prstGeom prst="rect">
            <a:avLst/>
          </a:prstGeom>
        </p:spPr>
      </p:pic>
      <p:pic>
        <p:nvPicPr>
          <p:cNvPr id="95" name="Picture 94"/>
          <p:cNvPicPr/>
          <p:nvPr/>
        </p:nvPicPr>
        <p:blipFill>
          <a:blip r:embed="rId2"/>
          <a:stretch>
            <a:fillRect/>
          </a:stretch>
        </p:blipFill>
        <p:spPr>
          <a:xfrm rot="5400000">
            <a:off x="5897880" y="627380"/>
            <a:ext cx="6444615" cy="567563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5475605" y="454660"/>
            <a:ext cx="1178560" cy="382270"/>
            <a:chOff x="8623" y="716"/>
            <a:chExt cx="1856" cy="602"/>
          </a:xfrm>
        </p:grpSpPr>
        <p:sp>
          <p:nvSpPr>
            <p:cNvPr id="3" name="Donut 2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" name="Donut 3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" name="Block Arc 1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475605" y="1101725"/>
            <a:ext cx="1178560" cy="382270"/>
            <a:chOff x="8623" y="716"/>
            <a:chExt cx="1856" cy="602"/>
          </a:xfrm>
        </p:grpSpPr>
        <p:sp>
          <p:nvSpPr>
            <p:cNvPr id="64" name="Donut 63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" name="Donut 64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6" name="Block Arc 65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5475605" y="1748790"/>
            <a:ext cx="1178560" cy="382270"/>
            <a:chOff x="8623" y="716"/>
            <a:chExt cx="1856" cy="602"/>
          </a:xfrm>
        </p:grpSpPr>
        <p:sp>
          <p:nvSpPr>
            <p:cNvPr id="68" name="Donut 67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9" name="Donut 68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0" name="Block Arc 69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475605" y="2395855"/>
            <a:ext cx="1178560" cy="382270"/>
            <a:chOff x="8623" y="716"/>
            <a:chExt cx="1856" cy="602"/>
          </a:xfrm>
        </p:grpSpPr>
        <p:sp>
          <p:nvSpPr>
            <p:cNvPr id="72" name="Donut 71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3" name="Donut 72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4" name="Block Arc 73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5475605" y="3042920"/>
            <a:ext cx="1178560" cy="382270"/>
            <a:chOff x="8623" y="716"/>
            <a:chExt cx="1856" cy="602"/>
          </a:xfrm>
        </p:grpSpPr>
        <p:sp>
          <p:nvSpPr>
            <p:cNvPr id="76" name="Donut 75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Donut 76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8" name="Block Arc 77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475605" y="3689985"/>
            <a:ext cx="1178560" cy="382270"/>
            <a:chOff x="8623" y="716"/>
            <a:chExt cx="1856" cy="602"/>
          </a:xfrm>
        </p:grpSpPr>
        <p:sp>
          <p:nvSpPr>
            <p:cNvPr id="80" name="Donut 79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1" name="Donut 80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2" name="Block Arc 81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5475605" y="4337050"/>
            <a:ext cx="1178560" cy="382270"/>
            <a:chOff x="8623" y="716"/>
            <a:chExt cx="1856" cy="602"/>
          </a:xfrm>
        </p:grpSpPr>
        <p:sp>
          <p:nvSpPr>
            <p:cNvPr id="84" name="Donut 83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5" name="Donut 84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6" name="Block Arc 85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5475605" y="4984115"/>
            <a:ext cx="1178560" cy="382270"/>
            <a:chOff x="8623" y="716"/>
            <a:chExt cx="1856" cy="602"/>
          </a:xfrm>
        </p:grpSpPr>
        <p:sp>
          <p:nvSpPr>
            <p:cNvPr id="88" name="Donut 87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9" name="Donut 88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0" name="Block Arc 89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5475605" y="5631180"/>
            <a:ext cx="1178560" cy="382270"/>
            <a:chOff x="8623" y="716"/>
            <a:chExt cx="1856" cy="602"/>
          </a:xfrm>
        </p:grpSpPr>
        <p:sp>
          <p:nvSpPr>
            <p:cNvPr id="92" name="Donut 91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3" name="Donut 92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4" name="Block Arc 93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5964555" cy="685673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 rot="16200000">
            <a:off x="-240030" y="627380"/>
            <a:ext cx="6444615" cy="567563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190615" y="635"/>
            <a:ext cx="6001385" cy="685673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5475605" y="454660"/>
            <a:ext cx="1178560" cy="382270"/>
            <a:chOff x="8623" y="716"/>
            <a:chExt cx="1856" cy="602"/>
          </a:xfrm>
        </p:grpSpPr>
        <p:sp>
          <p:nvSpPr>
            <p:cNvPr id="3" name="Donut 2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" name="Donut 3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" name="Block Arc 1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475605" y="1101725"/>
            <a:ext cx="1178560" cy="382270"/>
            <a:chOff x="8623" y="716"/>
            <a:chExt cx="1856" cy="602"/>
          </a:xfrm>
        </p:grpSpPr>
        <p:sp>
          <p:nvSpPr>
            <p:cNvPr id="64" name="Donut 63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" name="Donut 64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6" name="Block Arc 65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5475605" y="1748790"/>
            <a:ext cx="1178560" cy="382270"/>
            <a:chOff x="8623" y="716"/>
            <a:chExt cx="1856" cy="602"/>
          </a:xfrm>
        </p:grpSpPr>
        <p:sp>
          <p:nvSpPr>
            <p:cNvPr id="68" name="Donut 67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9" name="Donut 68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0" name="Block Arc 69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475605" y="2395855"/>
            <a:ext cx="1178560" cy="382270"/>
            <a:chOff x="8623" y="716"/>
            <a:chExt cx="1856" cy="602"/>
          </a:xfrm>
        </p:grpSpPr>
        <p:sp>
          <p:nvSpPr>
            <p:cNvPr id="72" name="Donut 71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3" name="Donut 72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4" name="Block Arc 73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5475605" y="3042920"/>
            <a:ext cx="1178560" cy="382270"/>
            <a:chOff x="8623" y="716"/>
            <a:chExt cx="1856" cy="602"/>
          </a:xfrm>
        </p:grpSpPr>
        <p:sp>
          <p:nvSpPr>
            <p:cNvPr id="76" name="Donut 75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Donut 76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8" name="Block Arc 77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475605" y="3689985"/>
            <a:ext cx="1178560" cy="382270"/>
            <a:chOff x="8623" y="716"/>
            <a:chExt cx="1856" cy="602"/>
          </a:xfrm>
        </p:grpSpPr>
        <p:sp>
          <p:nvSpPr>
            <p:cNvPr id="80" name="Donut 79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1" name="Donut 80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2" name="Block Arc 81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5475605" y="4337050"/>
            <a:ext cx="1178560" cy="382270"/>
            <a:chOff x="8623" y="716"/>
            <a:chExt cx="1856" cy="602"/>
          </a:xfrm>
        </p:grpSpPr>
        <p:sp>
          <p:nvSpPr>
            <p:cNvPr id="84" name="Donut 83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5" name="Donut 84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6" name="Block Arc 85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5475605" y="4984115"/>
            <a:ext cx="1178560" cy="382270"/>
            <a:chOff x="8623" y="716"/>
            <a:chExt cx="1856" cy="602"/>
          </a:xfrm>
        </p:grpSpPr>
        <p:sp>
          <p:nvSpPr>
            <p:cNvPr id="88" name="Donut 87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9" name="Donut 88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0" name="Block Arc 89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5475605" y="5631180"/>
            <a:ext cx="1178560" cy="382270"/>
            <a:chOff x="8623" y="716"/>
            <a:chExt cx="1856" cy="602"/>
          </a:xfrm>
        </p:grpSpPr>
        <p:sp>
          <p:nvSpPr>
            <p:cNvPr id="92" name="Donut 91"/>
            <p:cNvSpPr/>
            <p:nvPr/>
          </p:nvSpPr>
          <p:spPr>
            <a:xfrm>
              <a:off x="1009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3" name="Donut 92"/>
            <p:cNvSpPr/>
            <p:nvPr/>
          </p:nvSpPr>
          <p:spPr>
            <a:xfrm>
              <a:off x="8623" y="792"/>
              <a:ext cx="386" cy="402"/>
            </a:xfrm>
            <a:prstGeom prst="donut">
              <a:avLst/>
            </a:prstGeom>
            <a:gradFill>
              <a:gsLst>
                <a:gs pos="83000">
                  <a:schemeClr val="tx1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4" name="Block Arc 93"/>
            <p:cNvSpPr/>
            <p:nvPr/>
          </p:nvSpPr>
          <p:spPr>
            <a:xfrm rot="10800000" flipV="1">
              <a:off x="8758" y="716"/>
              <a:ext cx="1608" cy="603"/>
            </a:xfrm>
            <a:prstGeom prst="blockArc">
              <a:avLst/>
            </a:prstGeom>
            <a:gradFill>
              <a:gsLst>
                <a:gs pos="35000">
                  <a:schemeClr val="bg2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Lê Tiến Đạt</dc:creator>
  <cp:lastModifiedBy>Đạt Lê Tiến</cp:lastModifiedBy>
  <cp:revision>1</cp:revision>
  <dcterms:created xsi:type="dcterms:W3CDTF">2024-10-13T15:35:53Z</dcterms:created>
  <dcterms:modified xsi:type="dcterms:W3CDTF">2024-10-13T15:35:53Z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D2D886197A0E41D185D5B5D6238512B6_12</vt:lpwstr>
  </property>
  <property fmtid="{D5CDD505-2E9C-101B-9397-08002B2CF9AE}" pid="3" name="KSOProductBuildVer">
    <vt:lpwstr>1033-12.2.0.18283</vt:lpwstr>
  </property>
</Properties>
</file>