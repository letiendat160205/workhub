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8" r:id="rId3"/>
    <p:sldId id="266" r:id="rId4"/>
    <p:sldId id="268" r:id="rId5"/>
    <p:sldId id="267" r:id="rId6"/>
    <p:sldId id="270" r:id="rId7"/>
    <p:sldId id="292" r:id="rId8"/>
    <p:sldId id="273" r:id="rId9"/>
    <p:sldId id="286" r:id="rId10"/>
    <p:sldId id="271" r:id="rId11"/>
    <p:sldId id="281" r:id="rId12"/>
    <p:sldId id="282" r:id="rId13"/>
    <p:sldId id="272" r:id="rId14"/>
    <p:sldId id="283" r:id="rId15"/>
    <p:sldId id="279" r:id="rId16"/>
    <p:sldId id="274" r:id="rId17"/>
    <p:sldId id="290" r:id="rId18"/>
    <p:sldId id="277" r:id="rId19"/>
    <p:sldId id="26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3535"/>
    <a:srgbClr val="4285F4"/>
    <a:srgbClr val="1F3763"/>
    <a:srgbClr val="294983"/>
    <a:srgbClr val="355EA9"/>
    <a:srgbClr val="5982CB"/>
    <a:srgbClr val="EA4335"/>
    <a:srgbClr val="F78181"/>
    <a:srgbClr val="F14536"/>
    <a:srgbClr val="FBBC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72" autoAdjust="0"/>
    <p:restoredTop sz="94660"/>
  </p:normalViewPr>
  <p:slideViewPr>
    <p:cSldViewPr snapToGrid="0">
      <p:cViewPr varScale="1">
        <p:scale>
          <a:sx n="82" d="100"/>
          <a:sy n="82" d="100"/>
        </p:scale>
        <p:origin x="3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7B9D-5F97-46B8-A3C5-2A2568B73E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F1B0ABAE-9982-4EC6-A352-B54243B2CC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98D957EE-7705-4974-B71F-FE7015E7A8F5}"/>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274BB333-E775-42C0-A7D4-0BD7307DC50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9EC1156-F678-4954-930D-9769E85E5B99}"/>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2292742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3D0B-39EC-4FD7-8DEF-11D645E1052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3A0FBEF-9862-4AB9-A56D-68D1586CF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6CDBE5F-0903-4F0A-9475-B724D4040344}"/>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F7EDCB72-9707-4535-B1D9-E537F8D6296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6904F9C-E5FB-4D6F-9761-5B2626F6CC98}"/>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32371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A7ED-339E-4F96-874E-C4EB38B7F4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B030662D-F497-4E51-9ADF-1083D1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F0C2C-0CF5-4DDA-98D3-C04B55D22DE9}"/>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ED2EE487-3825-4189-A0A8-2DA492A4942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D8CC4B7-C234-4755-BD8A-12C7D3A50E1F}"/>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4184380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B1726-C25D-43F1-8522-EB10A629D86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9A61873-16B5-4EAB-A45E-4C1AB8D9D3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B84FB7DC-83F4-474E-9422-146A6CCAB1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894A1858-FF70-4C9E-B51F-6179C899E76F}"/>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6" name="Footer Placeholder 5">
            <a:extLst>
              <a:ext uri="{FF2B5EF4-FFF2-40B4-BE49-F238E27FC236}">
                <a16:creationId xmlns:a16="http://schemas.microsoft.com/office/drawing/2014/main" id="{3AC9C9B2-95D2-4312-8786-44EE9FBAD8F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77D6688-7A34-48BE-B92F-607D506FEC2F}"/>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2197736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8C56A-82D7-4DE4-A313-B8DC4BC88A73}"/>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68D9ED0D-30FC-4EBF-B0DE-1AC026F75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68C68A-A406-402E-90EB-76DFA2810E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EDDD6FD7-CA73-4D80-9DAF-298556C5D3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1F4623-9F0E-4387-B2C5-8E9587DC16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24B3F73-FCCD-4B4C-993D-430FFEF24994}"/>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8" name="Footer Placeholder 7">
            <a:extLst>
              <a:ext uri="{FF2B5EF4-FFF2-40B4-BE49-F238E27FC236}">
                <a16:creationId xmlns:a16="http://schemas.microsoft.com/office/drawing/2014/main" id="{EC6B23CC-8667-4ADB-9A13-50BA7AC6D886}"/>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EE2F8795-8A02-43F2-AB5F-7AA87682FDF0}"/>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202583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D2A19-C7B8-44D2-9FE6-8C774A2A3F2F}"/>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0A7DC8D5-933D-4439-8914-DB845A5C694B}"/>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4" name="Footer Placeholder 3">
            <a:extLst>
              <a:ext uri="{FF2B5EF4-FFF2-40B4-BE49-F238E27FC236}">
                <a16:creationId xmlns:a16="http://schemas.microsoft.com/office/drawing/2014/main" id="{C5AA96A9-C42F-43F1-B479-FF125472FF48}"/>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5D103F64-137C-4E49-A1E6-00C15DB034D4}"/>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4085191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F7CDD1-EA4B-46E0-B579-9FA938A68E93}"/>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3" name="Footer Placeholder 2">
            <a:extLst>
              <a:ext uri="{FF2B5EF4-FFF2-40B4-BE49-F238E27FC236}">
                <a16:creationId xmlns:a16="http://schemas.microsoft.com/office/drawing/2014/main" id="{5E18BCED-EE3A-4122-993F-35799D2D41D1}"/>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710D1AE0-7731-496D-A228-EC6FD22F1E17}"/>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1017993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3683-0A87-42DF-89F2-75218687C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0C6F1FC3-6845-4390-9E56-D7AE70E1CB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52DC16F3-15D8-4691-A1BB-D010059A9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720580-F18C-41B8-B60F-E8434F6D364E}"/>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6" name="Footer Placeholder 5">
            <a:extLst>
              <a:ext uri="{FF2B5EF4-FFF2-40B4-BE49-F238E27FC236}">
                <a16:creationId xmlns:a16="http://schemas.microsoft.com/office/drawing/2014/main" id="{B6AF690A-75AC-4305-AB00-7F65C189B54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5E2C66D-FA0F-490B-9CAA-81D765E72DEB}"/>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3804737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7E4CA-95D3-43ED-9824-AC4567D7E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82941F16-C83C-44CA-BAD6-422E9140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B4877F7F-318B-4821-ACAC-FEAA7CD81F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2117F-DCDA-43BD-918E-5DDC1FE0184A}"/>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6" name="Footer Placeholder 5">
            <a:extLst>
              <a:ext uri="{FF2B5EF4-FFF2-40B4-BE49-F238E27FC236}">
                <a16:creationId xmlns:a16="http://schemas.microsoft.com/office/drawing/2014/main" id="{2F4FE4A8-92E5-4FCB-B6CE-D8215687A19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DBED95B-0EDD-43C9-9A58-65F89E704E9E}"/>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1485049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57CA-30D7-4062-963F-57FF057FC21D}"/>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EDC2706A-5F12-49FB-9651-7BAEBD3C5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10075D7-A228-4C48-984B-D80E98B635C6}"/>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E68F5753-E11C-4AA3-B075-E77A6DEE651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886A90-9D4E-4DF8-940C-EC1E05CAC7D3}"/>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4090913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9ECA70-B52E-4E42-AE8A-01B86D525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42F4A5E-CD48-4539-9182-F6E6501A93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64BCEDB-91E4-45D3-831A-4BA3774424F7}"/>
              </a:ext>
            </a:extLst>
          </p:cNvPr>
          <p:cNvSpPr>
            <a:spLocks noGrp="1"/>
          </p:cNvSpPr>
          <p:nvPr>
            <p:ph type="dt" sz="half" idx="10"/>
          </p:nvPr>
        </p:nvSpPr>
        <p:spPr/>
        <p:txBody>
          <a:body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DED3BF68-6D04-49EE-968B-4ACE202671B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7024C3C-8451-413A-872B-7AD65156EA70}"/>
              </a:ext>
            </a:extLst>
          </p:cNvPr>
          <p:cNvSpPr>
            <a:spLocks noGrp="1"/>
          </p:cNvSpPr>
          <p:nvPr>
            <p:ph type="sldNum" sz="quarter" idx="12"/>
          </p:nvPr>
        </p:nvSpPr>
        <p:spPr/>
        <p:txBody>
          <a:bodyPr/>
          <a:lstStyle/>
          <a:p>
            <a:fld id="{D5D923C1-D264-4B58-9885-80CD3DA42BF0}" type="slidenum">
              <a:rPr lang="en-PH" smtClean="0"/>
              <a:t>‹#›</a:t>
            </a:fld>
            <a:endParaRPr lang="en-PH"/>
          </a:p>
        </p:txBody>
      </p:sp>
    </p:spTree>
    <p:extLst>
      <p:ext uri="{BB962C8B-B14F-4D97-AF65-F5344CB8AC3E}">
        <p14:creationId xmlns:p14="http://schemas.microsoft.com/office/powerpoint/2010/main" val="78734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220398-6277-4BAA-8538-6952EE4DA6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4873262F-C49C-4D78-8069-67F548C7B0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4361CB3-8314-436A-91F7-D25349BDE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470453-EB2F-44BC-8DED-A0C95C6DBCD5}" type="datetimeFigureOut">
              <a:rPr lang="en-PH" smtClean="0"/>
              <a:t>11/1/2025</a:t>
            </a:fld>
            <a:endParaRPr lang="en-PH"/>
          </a:p>
        </p:txBody>
      </p:sp>
      <p:sp>
        <p:nvSpPr>
          <p:cNvPr id="5" name="Footer Placeholder 4">
            <a:extLst>
              <a:ext uri="{FF2B5EF4-FFF2-40B4-BE49-F238E27FC236}">
                <a16:creationId xmlns:a16="http://schemas.microsoft.com/office/drawing/2014/main" id="{40F9673A-9161-4E30-97E3-3516824F35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5BBD7820-A752-471A-B746-CB115C65A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923C1-D264-4B58-9885-80CD3DA42BF0}" type="slidenum">
              <a:rPr lang="en-PH" smtClean="0"/>
              <a:t>‹#›</a:t>
            </a:fld>
            <a:endParaRPr lang="en-PH"/>
          </a:p>
        </p:txBody>
      </p:sp>
    </p:spTree>
    <p:extLst>
      <p:ext uri="{BB962C8B-B14F-4D97-AF65-F5344CB8AC3E}">
        <p14:creationId xmlns:p14="http://schemas.microsoft.com/office/powerpoint/2010/main" val="2870602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2.wdp"/><Relationship Id="rId10" Type="http://schemas.openxmlformats.org/officeDocument/2006/relationships/image" Target="../media/image4.png"/><Relationship Id="rId4" Type="http://schemas.openxmlformats.org/officeDocument/2006/relationships/image" Target="../media/image6.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3.wdp"/><Relationship Id="rId7" Type="http://schemas.openxmlformats.org/officeDocument/2006/relationships/image" Target="../media/image12.png"/><Relationship Id="rId12"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4.wdp"/><Relationship Id="rId7" Type="http://schemas.openxmlformats.org/officeDocument/2006/relationships/image" Target="../media/image10.png"/><Relationship Id="rId12"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3.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7.png"/><Relationship Id="rId3" Type="http://schemas.microsoft.com/office/2007/relationships/hdphoto" Target="../media/hdphoto3.wdp"/><Relationship Id="rId7" Type="http://schemas.openxmlformats.org/officeDocument/2006/relationships/image" Target="../media/image13.png"/><Relationship Id="rId12"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3.wdp"/><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21.png"/><Relationship Id="rId5" Type="http://schemas.openxmlformats.org/officeDocument/2006/relationships/image" Target="../media/image3.png"/><Relationship Id="rId10" Type="http://schemas.microsoft.com/office/2007/relationships/hdphoto" Target="../media/hdphoto5.wdp"/><Relationship Id="rId4" Type="http://schemas.microsoft.com/office/2007/relationships/hdphoto" Target="../media/hdphoto3.wdp"/><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23.png"/><Relationship Id="rId5" Type="http://schemas.openxmlformats.org/officeDocument/2006/relationships/image" Target="../media/image3.png"/><Relationship Id="rId10" Type="http://schemas.microsoft.com/office/2007/relationships/hdphoto" Target="../media/hdphoto5.wdp"/><Relationship Id="rId4" Type="http://schemas.microsoft.com/office/2007/relationships/hdphoto" Target="../media/hdphoto3.wdp"/><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3.wdp"/><Relationship Id="rId7" Type="http://schemas.openxmlformats.org/officeDocument/2006/relationships/image" Target="../media/image12.png"/><Relationship Id="rId12"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hdphoto" Target="../media/hdphoto3.wdp"/><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hdphoto" Target="../media/hdphoto3.wdp"/><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hdphoto" Target="../media/hdphoto3.wdp"/><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36.png"/><Relationship Id="rId26" Type="http://schemas.openxmlformats.org/officeDocument/2006/relationships/image" Target="../media/image42.png"/><Relationship Id="rId3" Type="http://schemas.openxmlformats.org/officeDocument/2006/relationships/image" Target="../media/image4.png"/><Relationship Id="rId21" Type="http://schemas.openxmlformats.org/officeDocument/2006/relationships/image" Target="../media/image39.sv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22.png"/><Relationship Id="rId2" Type="http://schemas.openxmlformats.org/officeDocument/2006/relationships/image" Target="../media/image3.png"/><Relationship Id="rId16" Type="http://schemas.openxmlformats.org/officeDocument/2006/relationships/image" Target="../media/image34.png"/><Relationship Id="rId20" Type="http://schemas.openxmlformats.org/officeDocument/2006/relationships/image" Target="../media/image38.png"/><Relationship Id="rId29" Type="http://schemas.openxmlformats.org/officeDocument/2006/relationships/image" Target="../media/image44.sv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18.png"/><Relationship Id="rId5" Type="http://schemas.microsoft.com/office/2007/relationships/hdphoto" Target="../media/hdphoto3.wdp"/><Relationship Id="rId15" Type="http://schemas.openxmlformats.org/officeDocument/2006/relationships/image" Target="../media/image33.svg"/><Relationship Id="rId23" Type="http://schemas.openxmlformats.org/officeDocument/2006/relationships/image" Target="../media/image41.png"/><Relationship Id="rId28" Type="http://schemas.openxmlformats.org/officeDocument/2006/relationships/image" Target="../media/image43.png"/><Relationship Id="rId10" Type="http://schemas.openxmlformats.org/officeDocument/2006/relationships/image" Target="../media/image28.png"/><Relationship Id="rId19" Type="http://schemas.openxmlformats.org/officeDocument/2006/relationships/image" Target="../media/image37.svg"/><Relationship Id="rId4" Type="http://schemas.openxmlformats.org/officeDocument/2006/relationships/image" Target="../media/image10.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19.jp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png"/><Relationship Id="rId12" Type="http://schemas.openxmlformats.org/officeDocument/2006/relationships/image" Target="../media/image47.png"/><Relationship Id="rId2" Type="http://schemas.openxmlformats.org/officeDocument/2006/relationships/image" Target="../media/image18.png"/><Relationship Id="rId16" Type="http://schemas.microsoft.com/office/2007/relationships/hdphoto" Target="../media/hdphoto5.wdp"/><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46.png"/><Relationship Id="rId5" Type="http://schemas.microsoft.com/office/2007/relationships/hdphoto" Target="../media/hdphoto3.wdp"/><Relationship Id="rId15" Type="http://schemas.openxmlformats.org/officeDocument/2006/relationships/image" Target="../media/image20.png"/><Relationship Id="rId10" Type="http://schemas.microsoft.com/office/2007/relationships/hdphoto" Target="../media/hdphoto6.wdp"/><Relationship Id="rId4" Type="http://schemas.openxmlformats.org/officeDocument/2006/relationships/image" Target="../media/image8.png"/><Relationship Id="rId9" Type="http://schemas.openxmlformats.org/officeDocument/2006/relationships/image" Target="../media/image45.png"/><Relationship Id="rId1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5.wdp"/></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4.png"/><Relationship Id="rId21" Type="http://schemas.openxmlformats.org/officeDocument/2006/relationships/image" Target="../media/image33.svg"/><Relationship Id="rId7" Type="http://schemas.microsoft.com/office/2007/relationships/hdphoto" Target="../media/hdphoto6.wdp"/><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37.sv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19.jpg"/><Relationship Id="rId24" Type="http://schemas.openxmlformats.org/officeDocument/2006/relationships/image" Target="../media/image36.png"/><Relationship Id="rId5" Type="http://schemas.microsoft.com/office/2007/relationships/hdphoto" Target="../media/hdphoto3.wdp"/><Relationship Id="rId15" Type="http://schemas.openxmlformats.org/officeDocument/2006/relationships/image" Target="../media/image27.svg"/><Relationship Id="rId23" Type="http://schemas.openxmlformats.org/officeDocument/2006/relationships/image" Target="../media/image35.svg"/><Relationship Id="rId10" Type="http://schemas.openxmlformats.org/officeDocument/2006/relationships/image" Target="../media/image48.png"/><Relationship Id="rId19" Type="http://schemas.openxmlformats.org/officeDocument/2006/relationships/image" Target="../media/image31.svg"/><Relationship Id="rId4" Type="http://schemas.openxmlformats.org/officeDocument/2006/relationships/image" Target="../media/image10.png"/><Relationship Id="rId9" Type="http://schemas.openxmlformats.org/officeDocument/2006/relationships/image" Target="../media/image47.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sv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9.svg"/><Relationship Id="rId18" Type="http://schemas.openxmlformats.org/officeDocument/2006/relationships/image" Target="../media/image30.png"/><Relationship Id="rId26" Type="http://schemas.openxmlformats.org/officeDocument/2006/relationships/image" Target="../media/image42.png"/><Relationship Id="rId3" Type="http://schemas.openxmlformats.org/officeDocument/2006/relationships/image" Target="../media/image4.png"/><Relationship Id="rId21" Type="http://schemas.openxmlformats.org/officeDocument/2006/relationships/image" Target="../media/image37.svg"/><Relationship Id="rId7" Type="http://schemas.openxmlformats.org/officeDocument/2006/relationships/image" Target="../media/image27.svg"/><Relationship Id="rId12" Type="http://schemas.openxmlformats.org/officeDocument/2006/relationships/image" Target="../media/image38.png"/><Relationship Id="rId17" Type="http://schemas.openxmlformats.org/officeDocument/2006/relationships/image" Target="../media/image29.svg"/><Relationship Id="rId25" Type="http://schemas.openxmlformats.org/officeDocument/2006/relationships/image" Target="../media/image22.png"/><Relationship Id="rId2" Type="http://schemas.openxmlformats.org/officeDocument/2006/relationships/image" Target="../media/image3.png"/><Relationship Id="rId16" Type="http://schemas.openxmlformats.org/officeDocument/2006/relationships/image" Target="../media/image28.pn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5.svg"/><Relationship Id="rId24" Type="http://schemas.openxmlformats.org/officeDocument/2006/relationships/image" Target="../media/image18.png"/><Relationship Id="rId5" Type="http://schemas.microsoft.com/office/2007/relationships/hdphoto" Target="../media/hdphoto3.wdp"/><Relationship Id="rId15" Type="http://schemas.openxmlformats.org/officeDocument/2006/relationships/image" Target="../media/image25.svg"/><Relationship Id="rId23" Type="http://schemas.openxmlformats.org/officeDocument/2006/relationships/image" Target="../media/image41.png"/><Relationship Id="rId10" Type="http://schemas.openxmlformats.org/officeDocument/2006/relationships/image" Target="../media/image34.png"/><Relationship Id="rId19" Type="http://schemas.openxmlformats.org/officeDocument/2006/relationships/image" Target="../media/image31.svg"/><Relationship Id="rId4" Type="http://schemas.openxmlformats.org/officeDocument/2006/relationships/image" Target="../media/image10.png"/><Relationship Id="rId9" Type="http://schemas.openxmlformats.org/officeDocument/2006/relationships/image" Target="../media/image33.svg"/><Relationship Id="rId14" Type="http://schemas.openxmlformats.org/officeDocument/2006/relationships/image" Target="../media/image24.png"/><Relationship Id="rId22" Type="http://schemas.openxmlformats.org/officeDocument/2006/relationships/image" Target="../media/image40.png"/><Relationship Id="rId27"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8C26A3F3-A2A3-49E1-B962-3CDAE0ABDB5D}"/>
              </a:ext>
            </a:extLst>
          </p:cNvPr>
          <p:cNvSpPr txBox="1"/>
          <p:nvPr/>
        </p:nvSpPr>
        <p:spPr>
          <a:xfrm>
            <a:off x="-2" y="1035043"/>
            <a:ext cx="12192001" cy="2985433"/>
          </a:xfrm>
          <a:prstGeom prst="rect">
            <a:avLst/>
          </a:prstGeom>
          <a:noFill/>
        </p:spPr>
        <p:txBody>
          <a:bodyPr wrap="square" rtlCol="0">
            <a:spAutoFit/>
          </a:bodyPr>
          <a:lstStyle/>
          <a:p>
            <a:pPr algn="ctr"/>
            <a:r>
              <a:rPr lang="vi-VN" sz="8000" b="1" dirty="0">
                <a:solidFill>
                  <a:schemeClr val="accent4"/>
                </a:solidFill>
                <a:latin typeface="Product Sans" panose="020B0403030502040203" pitchFamily="34" charset="0"/>
              </a:rPr>
              <a:t>Xây dựng </a:t>
            </a:r>
            <a:r>
              <a:rPr lang="vi-VN" sz="8000" b="1" dirty="0" err="1">
                <a:solidFill>
                  <a:schemeClr val="accent4"/>
                </a:solidFill>
                <a:latin typeface="Product Sans" panose="020B0403030502040203" pitchFamily="34" charset="0"/>
              </a:rPr>
              <a:t>web</a:t>
            </a:r>
            <a:r>
              <a:rPr lang="vi-VN" sz="8000" b="1" dirty="0">
                <a:solidFill>
                  <a:schemeClr val="accent4"/>
                </a:solidFill>
                <a:latin typeface="Product Sans" panose="020B0403030502040203" pitchFamily="34" charset="0"/>
              </a:rPr>
              <a:t> </a:t>
            </a:r>
            <a:r>
              <a:rPr lang="vi-VN" sz="8000" b="1" dirty="0" err="1">
                <a:solidFill>
                  <a:schemeClr val="accent4"/>
                </a:solidFill>
                <a:latin typeface="Product Sans" panose="020B0403030502040203" pitchFamily="34" charset="0"/>
              </a:rPr>
              <a:t>site</a:t>
            </a:r>
            <a:r>
              <a:rPr lang="vi-VN" sz="8000" b="1" dirty="0">
                <a:solidFill>
                  <a:schemeClr val="accent4"/>
                </a:solidFill>
                <a:latin typeface="Product Sans" panose="020B0403030502040203" pitchFamily="34" charset="0"/>
              </a:rPr>
              <a:t> quản lý công việc nhóm</a:t>
            </a:r>
            <a:endParaRPr lang="en-PH" sz="8000" b="1" dirty="0">
              <a:solidFill>
                <a:schemeClr val="accent4"/>
              </a:solidFill>
              <a:latin typeface="Product Sans" panose="020B0403030502040203" pitchFamily="34" charset="0"/>
            </a:endParaRPr>
          </a:p>
          <a:p>
            <a:pPr algn="ctr"/>
            <a:endParaRPr lang="en-PH" sz="2800" dirty="0"/>
          </a:p>
        </p:txBody>
      </p:sp>
      <p:grpSp>
        <p:nvGrpSpPr>
          <p:cNvPr id="21" name="Group 20">
            <a:extLst>
              <a:ext uri="{FF2B5EF4-FFF2-40B4-BE49-F238E27FC236}">
                <a16:creationId xmlns:a16="http://schemas.microsoft.com/office/drawing/2014/main" id="{9BD2D5D8-569E-4F47-859D-C45C6B17E952}"/>
              </a:ext>
            </a:extLst>
          </p:cNvPr>
          <p:cNvGrpSpPr/>
          <p:nvPr/>
        </p:nvGrpSpPr>
        <p:grpSpPr>
          <a:xfrm>
            <a:off x="12739775" y="5734052"/>
            <a:ext cx="1269276" cy="338554"/>
            <a:chOff x="10072775" y="5734052"/>
            <a:chExt cx="1269276" cy="338554"/>
          </a:xfrm>
        </p:grpSpPr>
        <p:sp>
          <p:nvSpPr>
            <p:cNvPr id="26" name="Rectangle: Rounded Corners 25">
              <a:extLst>
                <a:ext uri="{FF2B5EF4-FFF2-40B4-BE49-F238E27FC236}">
                  <a16:creationId xmlns:a16="http://schemas.microsoft.com/office/drawing/2014/main" id="{DE387E42-C7FC-494A-B00A-B22746C85781}"/>
                </a:ext>
              </a:extLst>
            </p:cNvPr>
            <p:cNvSpPr/>
            <p:nvPr/>
          </p:nvSpPr>
          <p:spPr>
            <a:xfrm>
              <a:off x="10072775" y="5734052"/>
              <a:ext cx="1222928" cy="338554"/>
            </a:xfrm>
            <a:prstGeom prst="roundRect">
              <a:avLst>
                <a:gd name="adj" fmla="val 41127"/>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27" name="Group 26">
              <a:extLst>
                <a:ext uri="{FF2B5EF4-FFF2-40B4-BE49-F238E27FC236}">
                  <a16:creationId xmlns:a16="http://schemas.microsoft.com/office/drawing/2014/main" id="{3EBF053A-63DF-4917-AA2B-958F5162768C}"/>
                </a:ext>
              </a:extLst>
            </p:cNvPr>
            <p:cNvGrpSpPr/>
            <p:nvPr/>
          </p:nvGrpSpPr>
          <p:grpSpPr>
            <a:xfrm>
              <a:off x="10207193" y="5749440"/>
              <a:ext cx="1134858" cy="307777"/>
              <a:chOff x="10207193" y="5749440"/>
              <a:chExt cx="1134858" cy="307777"/>
            </a:xfrm>
          </p:grpSpPr>
          <p:pic>
            <p:nvPicPr>
              <p:cNvPr id="28" name="Graphic 27" descr="Pencil with solid fill">
                <a:extLst>
                  <a:ext uri="{FF2B5EF4-FFF2-40B4-BE49-F238E27FC236}">
                    <a16:creationId xmlns:a16="http://schemas.microsoft.com/office/drawing/2014/main" id="{6FDF80DF-05E7-4B4C-B60E-84243C1122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07193" y="5812945"/>
                <a:ext cx="180768" cy="180768"/>
              </a:xfrm>
              <a:prstGeom prst="rect">
                <a:avLst/>
              </a:prstGeom>
            </p:spPr>
          </p:pic>
          <p:sp>
            <p:nvSpPr>
              <p:cNvPr id="29" name="TextBox 28">
                <a:extLst>
                  <a:ext uri="{FF2B5EF4-FFF2-40B4-BE49-F238E27FC236}">
                    <a16:creationId xmlns:a16="http://schemas.microsoft.com/office/drawing/2014/main" id="{FF3740E1-11E0-447C-A229-440FD484F7C3}"/>
                  </a:ext>
                </a:extLst>
              </p:cNvPr>
              <p:cNvSpPr txBox="1"/>
              <p:nvPr/>
            </p:nvSpPr>
            <p:spPr>
              <a:xfrm>
                <a:off x="10330373" y="5749440"/>
                <a:ext cx="1011678" cy="307777"/>
              </a:xfrm>
              <a:prstGeom prst="rect">
                <a:avLst/>
              </a:prstGeom>
              <a:noFill/>
            </p:spPr>
            <p:txBody>
              <a:bodyPr wrap="square" rtlCol="0">
                <a:spAutoFit/>
              </a:bodyPr>
              <a:lstStyle/>
              <a:p>
                <a:r>
                  <a:rPr lang="vi-VN" sz="1400" dirty="0">
                    <a:solidFill>
                      <a:srgbClr val="4285F4"/>
                    </a:solidFill>
                    <a:latin typeface="+mj-lt"/>
                  </a:rPr>
                  <a:t>Thành viên</a:t>
                </a:r>
                <a:endParaRPr lang="en-PH" sz="1400" dirty="0">
                  <a:solidFill>
                    <a:srgbClr val="4285F4"/>
                  </a:solidFill>
                  <a:latin typeface="+mj-lt"/>
                </a:endParaRPr>
              </a:p>
            </p:txBody>
          </p:sp>
        </p:grpSp>
      </p:grpSp>
      <p:grpSp>
        <p:nvGrpSpPr>
          <p:cNvPr id="47" name="Group 46">
            <a:extLst>
              <a:ext uri="{FF2B5EF4-FFF2-40B4-BE49-F238E27FC236}">
                <a16:creationId xmlns:a16="http://schemas.microsoft.com/office/drawing/2014/main" id="{44B41921-8C24-4833-93FC-4EA10DB0505D}"/>
              </a:ext>
            </a:extLst>
          </p:cNvPr>
          <p:cNvGrpSpPr/>
          <p:nvPr/>
        </p:nvGrpSpPr>
        <p:grpSpPr>
          <a:xfrm>
            <a:off x="-7370249" y="3178395"/>
            <a:ext cx="6654018" cy="550671"/>
            <a:chOff x="2768991" y="3077691"/>
            <a:chExt cx="6654018" cy="550671"/>
          </a:xfrm>
        </p:grpSpPr>
        <p:sp>
          <p:nvSpPr>
            <p:cNvPr id="48" name="Rectangle: Rounded Corners 47">
              <a:extLst>
                <a:ext uri="{FF2B5EF4-FFF2-40B4-BE49-F238E27FC236}">
                  <a16:creationId xmlns:a16="http://schemas.microsoft.com/office/drawing/2014/main" id="{06D19843-6DDC-46BA-8690-89311ADB7739}"/>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9" name="Picture 48">
              <a:extLst>
                <a:ext uri="{FF2B5EF4-FFF2-40B4-BE49-F238E27FC236}">
                  <a16:creationId xmlns:a16="http://schemas.microsoft.com/office/drawing/2014/main" id="{09F725F7-10BB-4829-B159-680D477F3029}"/>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50" name="Picture 49" descr="Icon&#10;&#10;Description automatically generated">
              <a:extLst>
                <a:ext uri="{FF2B5EF4-FFF2-40B4-BE49-F238E27FC236}">
                  <a16:creationId xmlns:a16="http://schemas.microsoft.com/office/drawing/2014/main" id="{9F25A708-4C46-4D7C-9A36-945E80A35C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67" name="Rectangle 66">
            <a:extLst>
              <a:ext uri="{FF2B5EF4-FFF2-40B4-BE49-F238E27FC236}">
                <a16:creationId xmlns:a16="http://schemas.microsoft.com/office/drawing/2014/main" id="{23E93888-8601-402D-9234-5A8423DDED1A}"/>
              </a:ext>
            </a:extLst>
          </p:cNvPr>
          <p:cNvSpPr/>
          <p:nvPr/>
        </p:nvSpPr>
        <p:spPr>
          <a:xfrm>
            <a:off x="150703" y="19506"/>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8" name="Oval 67">
            <a:extLst>
              <a:ext uri="{FF2B5EF4-FFF2-40B4-BE49-F238E27FC236}">
                <a16:creationId xmlns:a16="http://schemas.microsoft.com/office/drawing/2014/main" id="{06F711D7-9CB5-4E1A-8BB8-279026329A3A}"/>
              </a:ext>
            </a:extLst>
          </p:cNvPr>
          <p:cNvSpPr/>
          <p:nvPr/>
        </p:nvSpPr>
        <p:spPr>
          <a:xfrm>
            <a:off x="10426498" y="383187"/>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9" name="Oval 68">
            <a:extLst>
              <a:ext uri="{FF2B5EF4-FFF2-40B4-BE49-F238E27FC236}">
                <a16:creationId xmlns:a16="http://schemas.microsoft.com/office/drawing/2014/main" id="{88608F9F-B476-4A33-96E6-682CF85B0783}"/>
              </a:ext>
            </a:extLst>
          </p:cNvPr>
          <p:cNvSpPr/>
          <p:nvPr/>
        </p:nvSpPr>
        <p:spPr>
          <a:xfrm>
            <a:off x="10866661" y="387047"/>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0" name="Oval 69">
            <a:extLst>
              <a:ext uri="{FF2B5EF4-FFF2-40B4-BE49-F238E27FC236}">
                <a16:creationId xmlns:a16="http://schemas.microsoft.com/office/drawing/2014/main" id="{DF4D6927-27FF-499F-B6B5-CCAACF1A81DB}"/>
              </a:ext>
            </a:extLst>
          </p:cNvPr>
          <p:cNvSpPr/>
          <p:nvPr/>
        </p:nvSpPr>
        <p:spPr>
          <a:xfrm>
            <a:off x="11277941" y="383187"/>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1" name="Oval 70">
            <a:extLst>
              <a:ext uri="{FF2B5EF4-FFF2-40B4-BE49-F238E27FC236}">
                <a16:creationId xmlns:a16="http://schemas.microsoft.com/office/drawing/2014/main" id="{E92DCC24-37F9-4896-AB15-913FFB4067A8}"/>
              </a:ext>
            </a:extLst>
          </p:cNvPr>
          <p:cNvSpPr/>
          <p:nvPr/>
        </p:nvSpPr>
        <p:spPr>
          <a:xfrm>
            <a:off x="10785615" y="-1245606"/>
            <a:ext cx="703364" cy="6917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2" name="TextBox 71">
            <a:extLst>
              <a:ext uri="{FF2B5EF4-FFF2-40B4-BE49-F238E27FC236}">
                <a16:creationId xmlns:a16="http://schemas.microsoft.com/office/drawing/2014/main" id="{96DEE0D2-053D-4724-B7F9-E416F649453B}"/>
              </a:ext>
            </a:extLst>
          </p:cNvPr>
          <p:cNvSpPr txBox="1"/>
          <p:nvPr/>
        </p:nvSpPr>
        <p:spPr>
          <a:xfrm>
            <a:off x="8586735" y="-2019905"/>
            <a:ext cx="956602" cy="338554"/>
          </a:xfrm>
          <a:prstGeom prst="rect">
            <a:avLst/>
          </a:prstGeom>
          <a:noFill/>
        </p:spPr>
        <p:txBody>
          <a:bodyPr wrap="square" rtlCol="0">
            <a:spAutoFit/>
          </a:bodyPr>
          <a:lstStyle/>
          <a:p>
            <a:r>
              <a:rPr lang="en-PH" sz="1600" dirty="0">
                <a:solidFill>
                  <a:schemeClr val="bg1"/>
                </a:solidFill>
              </a:rPr>
              <a:t>Gmail</a:t>
            </a:r>
          </a:p>
        </p:txBody>
      </p:sp>
      <p:sp>
        <p:nvSpPr>
          <p:cNvPr id="73" name="TextBox 72">
            <a:extLst>
              <a:ext uri="{FF2B5EF4-FFF2-40B4-BE49-F238E27FC236}">
                <a16:creationId xmlns:a16="http://schemas.microsoft.com/office/drawing/2014/main" id="{8EA8D970-AF67-49A4-936E-B784D75F5953}"/>
              </a:ext>
            </a:extLst>
          </p:cNvPr>
          <p:cNvSpPr txBox="1"/>
          <p:nvPr/>
        </p:nvSpPr>
        <p:spPr>
          <a:xfrm>
            <a:off x="9302842" y="-2019905"/>
            <a:ext cx="956603" cy="338554"/>
          </a:xfrm>
          <a:prstGeom prst="rect">
            <a:avLst/>
          </a:prstGeom>
          <a:noFill/>
        </p:spPr>
        <p:txBody>
          <a:bodyPr wrap="square" rtlCol="0">
            <a:spAutoFit/>
          </a:bodyPr>
          <a:lstStyle/>
          <a:p>
            <a:r>
              <a:rPr lang="en-PH" sz="1600" dirty="0">
                <a:solidFill>
                  <a:schemeClr val="bg1"/>
                </a:solidFill>
              </a:rPr>
              <a:t>Images</a:t>
            </a:r>
          </a:p>
        </p:txBody>
      </p:sp>
      <p:pic>
        <p:nvPicPr>
          <p:cNvPr id="74" name="Picture 73">
            <a:extLst>
              <a:ext uri="{FF2B5EF4-FFF2-40B4-BE49-F238E27FC236}">
                <a16:creationId xmlns:a16="http://schemas.microsoft.com/office/drawing/2014/main" id="{5959C841-70E3-4334-9066-D9FEA2A6C797}"/>
              </a:ext>
            </a:extLst>
          </p:cNvPr>
          <p:cNvPicPr>
            <a:picLocks noChangeAspect="1"/>
          </p:cNvPicPr>
          <p:nvPr/>
        </p:nvPicPr>
        <p:blipFill>
          <a:blip r:embed="rId6">
            <a:duotone>
              <a:schemeClr val="accent3">
                <a:shade val="45000"/>
                <a:satMod val="135000"/>
              </a:schemeClr>
              <a:prstClr val="white"/>
            </a:duotone>
            <a:extLst>
              <a:ext uri="{BEBA8EAE-BF5A-486C-A8C5-ECC9F3942E4B}">
                <a14:imgProps xmlns:a14="http://schemas.microsoft.com/office/drawing/2010/main">
                  <a14:imgLayer r:embed="rId7">
                    <a14:imgEffect>
                      <a14:saturation sat="66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212641" y="-2004833"/>
            <a:ext cx="339969" cy="339969"/>
          </a:xfrm>
          <a:prstGeom prst="rect">
            <a:avLst/>
          </a:prstGeom>
        </p:spPr>
      </p:pic>
      <p:grpSp>
        <p:nvGrpSpPr>
          <p:cNvPr id="75" name="Group 74">
            <a:extLst>
              <a:ext uri="{FF2B5EF4-FFF2-40B4-BE49-F238E27FC236}">
                <a16:creationId xmlns:a16="http://schemas.microsoft.com/office/drawing/2014/main" id="{8A4ED96F-1399-4732-B30C-632C0275A8FA}"/>
              </a:ext>
            </a:extLst>
          </p:cNvPr>
          <p:cNvGrpSpPr/>
          <p:nvPr/>
        </p:nvGrpSpPr>
        <p:grpSpPr>
          <a:xfrm>
            <a:off x="-1" y="6732587"/>
            <a:ext cx="12192001" cy="130049"/>
            <a:chOff x="-1" y="6732587"/>
            <a:chExt cx="12192001" cy="130049"/>
          </a:xfrm>
        </p:grpSpPr>
        <p:sp>
          <p:nvSpPr>
            <p:cNvPr id="76" name="Rectangle 75">
              <a:extLst>
                <a:ext uri="{FF2B5EF4-FFF2-40B4-BE49-F238E27FC236}">
                  <a16:creationId xmlns:a16="http://schemas.microsoft.com/office/drawing/2014/main" id="{A0C21B4F-AD4B-46D4-966F-DA64CF74C15B}"/>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7" name="Rectangle 76">
              <a:extLst>
                <a:ext uri="{FF2B5EF4-FFF2-40B4-BE49-F238E27FC236}">
                  <a16:creationId xmlns:a16="http://schemas.microsoft.com/office/drawing/2014/main" id="{7692ACEF-FFC2-46EB-B9C1-53F0551EFAB1}"/>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8" name="Rectangle 77">
              <a:extLst>
                <a:ext uri="{FF2B5EF4-FFF2-40B4-BE49-F238E27FC236}">
                  <a16:creationId xmlns:a16="http://schemas.microsoft.com/office/drawing/2014/main" id="{0BDC5B14-F2D1-4932-BDDB-6137954FCFE3}"/>
                </a:ext>
              </a:extLst>
            </p:cNvPr>
            <p:cNvSpPr/>
            <p:nvPr/>
          </p:nvSpPr>
          <p:spPr>
            <a:xfrm>
              <a:off x="6096000"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9" name="Rectangle 78">
              <a:extLst>
                <a:ext uri="{FF2B5EF4-FFF2-40B4-BE49-F238E27FC236}">
                  <a16:creationId xmlns:a16="http://schemas.microsoft.com/office/drawing/2014/main" id="{441F5D97-571B-450A-888E-9DA6B396315F}"/>
                </a:ext>
              </a:extLst>
            </p:cNvPr>
            <p:cNvSpPr/>
            <p:nvPr/>
          </p:nvSpPr>
          <p:spPr>
            <a:xfrm>
              <a:off x="8947052" y="6732587"/>
              <a:ext cx="3244948" cy="130049"/>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2" name="TextBox 15">
            <a:extLst>
              <a:ext uri="{FF2B5EF4-FFF2-40B4-BE49-F238E27FC236}">
                <a16:creationId xmlns:a16="http://schemas.microsoft.com/office/drawing/2014/main" id="{521BA219-D11F-8C47-366E-88757D3DED82}"/>
              </a:ext>
            </a:extLst>
          </p:cNvPr>
          <p:cNvSpPr txBox="1"/>
          <p:nvPr/>
        </p:nvSpPr>
        <p:spPr>
          <a:xfrm>
            <a:off x="-3" y="3596365"/>
            <a:ext cx="12192001" cy="984885"/>
          </a:xfrm>
          <a:prstGeom prst="rect">
            <a:avLst/>
          </a:prstGeom>
          <a:noFill/>
        </p:spPr>
        <p:txBody>
          <a:bodyPr wrap="square" rtlCol="0">
            <a:spAutoFit/>
          </a:bodyPr>
          <a:lstStyle/>
          <a:p>
            <a:pPr algn="ctr"/>
            <a:r>
              <a:rPr lang="vi-VN" sz="3000" b="1" dirty="0">
                <a:solidFill>
                  <a:schemeClr val="accent6"/>
                </a:solidFill>
                <a:latin typeface="Product Sans" panose="020B0403030502040203" pitchFamily="34" charset="0"/>
              </a:rPr>
              <a:t>Môn: thực tập cơ sở ngành</a:t>
            </a:r>
            <a:endParaRPr lang="en-PH" sz="3000" b="1" dirty="0">
              <a:solidFill>
                <a:schemeClr val="accent6"/>
              </a:solidFill>
              <a:latin typeface="Product Sans" panose="020B0403030502040203" pitchFamily="34" charset="0"/>
            </a:endParaRPr>
          </a:p>
          <a:p>
            <a:pPr algn="ctr"/>
            <a:endParaRPr lang="en-PH" sz="2800" dirty="0"/>
          </a:p>
        </p:txBody>
      </p:sp>
      <p:sp>
        <p:nvSpPr>
          <p:cNvPr id="3" name="TextBox 15">
            <a:extLst>
              <a:ext uri="{FF2B5EF4-FFF2-40B4-BE49-F238E27FC236}">
                <a16:creationId xmlns:a16="http://schemas.microsoft.com/office/drawing/2014/main" id="{D3112314-9C97-474C-CDC7-6F7999EF17B0}"/>
              </a:ext>
            </a:extLst>
          </p:cNvPr>
          <p:cNvSpPr txBox="1"/>
          <p:nvPr/>
        </p:nvSpPr>
        <p:spPr>
          <a:xfrm>
            <a:off x="-4" y="4143707"/>
            <a:ext cx="12192001" cy="984885"/>
          </a:xfrm>
          <a:prstGeom prst="rect">
            <a:avLst/>
          </a:prstGeom>
          <a:noFill/>
        </p:spPr>
        <p:txBody>
          <a:bodyPr wrap="square" rtlCol="0">
            <a:spAutoFit/>
          </a:bodyPr>
          <a:lstStyle/>
          <a:p>
            <a:pPr algn="ctr"/>
            <a:r>
              <a:rPr lang="vi-VN" sz="3000" b="1" dirty="0">
                <a:solidFill>
                  <a:srgbClr val="EA4335"/>
                </a:solidFill>
                <a:latin typeface="Product Sans" panose="020B0403030502040203" pitchFamily="34" charset="0"/>
              </a:rPr>
              <a:t>Nhóm 4</a:t>
            </a:r>
            <a:endParaRPr lang="en-PH" sz="3000" b="1" dirty="0">
              <a:solidFill>
                <a:srgbClr val="EA4335"/>
              </a:solidFill>
              <a:latin typeface="Product Sans" panose="020B0403030502040203" pitchFamily="34" charset="0"/>
            </a:endParaRPr>
          </a:p>
          <a:p>
            <a:pPr algn="ctr"/>
            <a:endParaRPr lang="en-PH" sz="2800" dirty="0"/>
          </a:p>
        </p:txBody>
      </p:sp>
    </p:spTree>
    <p:extLst>
      <p:ext uri="{BB962C8B-B14F-4D97-AF65-F5344CB8AC3E}">
        <p14:creationId xmlns:p14="http://schemas.microsoft.com/office/powerpoint/2010/main" val="72470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D7234D34-0B3C-4E71-B8FB-F49B7A74AC69}"/>
              </a:ext>
            </a:extLst>
          </p:cNvPr>
          <p:cNvGrpSpPr/>
          <p:nvPr/>
        </p:nvGrpSpPr>
        <p:grpSpPr>
          <a:xfrm>
            <a:off x="10072775" y="5734052"/>
            <a:ext cx="1269276" cy="338554"/>
            <a:chOff x="10072775" y="5734052"/>
            <a:chExt cx="1269276" cy="338554"/>
          </a:xfrm>
        </p:grpSpPr>
        <p:sp>
          <p:nvSpPr>
            <p:cNvPr id="32" name="Rectangle: Rounded Corners 31">
              <a:extLst>
                <a:ext uri="{FF2B5EF4-FFF2-40B4-BE49-F238E27FC236}">
                  <a16:creationId xmlns:a16="http://schemas.microsoft.com/office/drawing/2014/main" id="{F6CA0DE4-109F-4A89-92E1-22127ADF105C}"/>
                </a:ext>
              </a:extLst>
            </p:cNvPr>
            <p:cNvSpPr/>
            <p:nvPr/>
          </p:nvSpPr>
          <p:spPr>
            <a:xfrm>
              <a:off x="10072775" y="5734052"/>
              <a:ext cx="1222928" cy="338554"/>
            </a:xfrm>
            <a:prstGeom prst="roundRect">
              <a:avLst>
                <a:gd name="adj" fmla="val 41127"/>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91" name="Group 90">
              <a:extLst>
                <a:ext uri="{FF2B5EF4-FFF2-40B4-BE49-F238E27FC236}">
                  <a16:creationId xmlns:a16="http://schemas.microsoft.com/office/drawing/2014/main" id="{7E9D0DB4-9534-4222-8D43-30AFF5A7B11E}"/>
                </a:ext>
              </a:extLst>
            </p:cNvPr>
            <p:cNvGrpSpPr/>
            <p:nvPr/>
          </p:nvGrpSpPr>
          <p:grpSpPr>
            <a:xfrm>
              <a:off x="10207193" y="5749440"/>
              <a:ext cx="1134858" cy="307777"/>
              <a:chOff x="10207193" y="5749440"/>
              <a:chExt cx="1134858" cy="307777"/>
            </a:xfrm>
          </p:grpSpPr>
          <p:pic>
            <p:nvPicPr>
              <p:cNvPr id="34" name="Graphic 33" descr="Pencil with solid fill">
                <a:extLst>
                  <a:ext uri="{FF2B5EF4-FFF2-40B4-BE49-F238E27FC236}">
                    <a16:creationId xmlns:a16="http://schemas.microsoft.com/office/drawing/2014/main" id="{80890897-78F0-4112-8FDD-B5FADF1C69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07193" y="5812945"/>
                <a:ext cx="180768" cy="180768"/>
              </a:xfrm>
              <a:prstGeom prst="rect">
                <a:avLst/>
              </a:prstGeom>
            </p:spPr>
          </p:pic>
          <p:sp>
            <p:nvSpPr>
              <p:cNvPr id="35" name="TextBox 34">
                <a:extLst>
                  <a:ext uri="{FF2B5EF4-FFF2-40B4-BE49-F238E27FC236}">
                    <a16:creationId xmlns:a16="http://schemas.microsoft.com/office/drawing/2014/main" id="{F41DCC2E-3604-4B05-BDC9-3C9DC1901A36}"/>
                  </a:ext>
                </a:extLst>
              </p:cNvPr>
              <p:cNvSpPr txBox="1"/>
              <p:nvPr/>
            </p:nvSpPr>
            <p:spPr>
              <a:xfrm>
                <a:off x="10330373" y="5749440"/>
                <a:ext cx="1011678" cy="307777"/>
              </a:xfrm>
              <a:prstGeom prst="rect">
                <a:avLst/>
              </a:prstGeom>
              <a:noFill/>
            </p:spPr>
            <p:txBody>
              <a:bodyPr wrap="square" rtlCol="0">
                <a:spAutoFit/>
              </a:bodyPr>
              <a:lstStyle/>
              <a:p>
                <a:r>
                  <a:rPr lang="vi-VN" sz="1400" dirty="0">
                    <a:solidFill>
                      <a:srgbClr val="4285F4"/>
                    </a:solidFill>
                    <a:latin typeface="+mj-lt"/>
                  </a:rPr>
                  <a:t>Thành viên</a:t>
                </a:r>
                <a:endParaRPr lang="en-PH" sz="1400" dirty="0">
                  <a:solidFill>
                    <a:srgbClr val="4285F4"/>
                  </a:solidFill>
                  <a:latin typeface="+mj-lt"/>
                </a:endParaRPr>
              </a:p>
            </p:txBody>
          </p:sp>
        </p:grpSp>
      </p:grpSp>
      <p:grpSp>
        <p:nvGrpSpPr>
          <p:cNvPr id="8" name="Group 7">
            <a:extLst>
              <a:ext uri="{FF2B5EF4-FFF2-40B4-BE49-F238E27FC236}">
                <a16:creationId xmlns:a16="http://schemas.microsoft.com/office/drawing/2014/main" id="{19ADFEEA-D52A-41F5-A432-99C525A9DC76}"/>
              </a:ext>
            </a:extLst>
          </p:cNvPr>
          <p:cNvGrpSpPr/>
          <p:nvPr/>
        </p:nvGrpSpPr>
        <p:grpSpPr>
          <a:xfrm>
            <a:off x="2427768" y="4259057"/>
            <a:ext cx="1666474" cy="1153320"/>
            <a:chOff x="3317514" y="4315691"/>
            <a:chExt cx="1666474" cy="1153320"/>
          </a:xfrm>
        </p:grpSpPr>
        <p:sp>
          <p:nvSpPr>
            <p:cNvPr id="6" name="Oval 5">
              <a:extLst>
                <a:ext uri="{FF2B5EF4-FFF2-40B4-BE49-F238E27FC236}">
                  <a16:creationId xmlns:a16="http://schemas.microsoft.com/office/drawing/2014/main" id="{3AE1F50B-1F9C-4E4C-922A-08A224A1A722}"/>
                </a:ext>
              </a:extLst>
            </p:cNvPr>
            <p:cNvSpPr/>
            <p:nvPr/>
          </p:nvSpPr>
          <p:spPr>
            <a:xfrm>
              <a:off x="3776803" y="4315691"/>
              <a:ext cx="696943" cy="679269"/>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t>1</a:t>
              </a:r>
            </a:p>
          </p:txBody>
        </p:sp>
        <p:sp>
          <p:nvSpPr>
            <p:cNvPr id="7" name="TextBox 6">
              <a:extLst>
                <a:ext uri="{FF2B5EF4-FFF2-40B4-BE49-F238E27FC236}">
                  <a16:creationId xmlns:a16="http://schemas.microsoft.com/office/drawing/2014/main" id="{70216692-3CA4-430A-AFD5-0C0683E845A6}"/>
                </a:ext>
              </a:extLst>
            </p:cNvPr>
            <p:cNvSpPr txBox="1"/>
            <p:nvPr/>
          </p:nvSpPr>
          <p:spPr>
            <a:xfrm>
              <a:off x="3317514" y="5099679"/>
              <a:ext cx="1666474" cy="369332"/>
            </a:xfrm>
            <a:prstGeom prst="rect">
              <a:avLst/>
            </a:prstGeom>
            <a:noFill/>
          </p:spPr>
          <p:txBody>
            <a:bodyPr wrap="square" rtlCol="0">
              <a:spAutoFit/>
            </a:bodyPr>
            <a:lstStyle/>
            <a:p>
              <a:pPr algn="ctr"/>
              <a:r>
                <a:rPr lang="vi-VN" dirty="0">
                  <a:solidFill>
                    <a:schemeClr val="bg1"/>
                  </a:solidFill>
                  <a:latin typeface="Arial" panose="020B0604020202020204" pitchFamily="34" charset="0"/>
                  <a:cs typeface="Arial" panose="020B0604020202020204" pitchFamily="34" charset="0"/>
                </a:rPr>
                <a:t>Vũ Tuấn Anh</a:t>
              </a:r>
              <a:r>
                <a:rPr lang="en-US" dirty="0">
                  <a:latin typeface="Arial" panose="020B0604020202020204" pitchFamily="34" charset="0"/>
                  <a:cs typeface="Arial" panose="020B0604020202020204" pitchFamily="34" charset="0"/>
                </a:rPr>
                <a:t> </a:t>
              </a:r>
              <a:endParaRPr lang="vi-VN" dirty="0">
                <a:latin typeface="Arial" panose="020B0604020202020204" pitchFamily="34" charset="0"/>
                <a:cs typeface="Arial" panose="020B0604020202020204" pitchFamily="34" charset="0"/>
              </a:endParaRPr>
            </a:p>
          </p:txBody>
        </p:sp>
      </p:grpSp>
      <p:grpSp>
        <p:nvGrpSpPr>
          <p:cNvPr id="9" name="Group 8">
            <a:extLst>
              <a:ext uri="{FF2B5EF4-FFF2-40B4-BE49-F238E27FC236}">
                <a16:creationId xmlns:a16="http://schemas.microsoft.com/office/drawing/2014/main" id="{77944969-14B5-4E36-B9C6-459F777F0281}"/>
              </a:ext>
            </a:extLst>
          </p:cNvPr>
          <p:cNvGrpSpPr/>
          <p:nvPr/>
        </p:nvGrpSpPr>
        <p:grpSpPr>
          <a:xfrm>
            <a:off x="4149686" y="4259057"/>
            <a:ext cx="1393371" cy="1151002"/>
            <a:chOff x="4821958" y="4315691"/>
            <a:chExt cx="1393371" cy="1151002"/>
          </a:xfrm>
        </p:grpSpPr>
        <p:sp>
          <p:nvSpPr>
            <p:cNvPr id="47" name="Oval 46">
              <a:extLst>
                <a:ext uri="{FF2B5EF4-FFF2-40B4-BE49-F238E27FC236}">
                  <a16:creationId xmlns:a16="http://schemas.microsoft.com/office/drawing/2014/main" id="{D5BBE497-2A90-44A6-8AF5-A8F8B3047985}"/>
                </a:ext>
              </a:extLst>
            </p:cNvPr>
            <p:cNvSpPr/>
            <p:nvPr/>
          </p:nvSpPr>
          <p:spPr>
            <a:xfrm>
              <a:off x="5170174" y="4315691"/>
              <a:ext cx="696943" cy="67926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t>2</a:t>
              </a:r>
            </a:p>
          </p:txBody>
        </p:sp>
        <p:sp>
          <p:nvSpPr>
            <p:cNvPr id="51" name="TextBox 50">
              <a:extLst>
                <a:ext uri="{FF2B5EF4-FFF2-40B4-BE49-F238E27FC236}">
                  <a16:creationId xmlns:a16="http://schemas.microsoft.com/office/drawing/2014/main" id="{8A2A50EB-7C64-4465-9737-5D5D4EE6F3B9}"/>
                </a:ext>
              </a:extLst>
            </p:cNvPr>
            <p:cNvSpPr txBox="1"/>
            <p:nvPr/>
          </p:nvSpPr>
          <p:spPr>
            <a:xfrm>
              <a:off x="4821958" y="5097361"/>
              <a:ext cx="1393371" cy="369332"/>
            </a:xfrm>
            <a:prstGeom prst="rect">
              <a:avLst/>
            </a:prstGeom>
            <a:noFill/>
          </p:spPr>
          <p:txBody>
            <a:bodyPr wrap="square" rtlCol="0">
              <a:spAutoFit/>
            </a:bodyPr>
            <a:lstStyle/>
            <a:p>
              <a:pPr algn="ctr"/>
              <a:r>
                <a:rPr lang="vi-VN" dirty="0">
                  <a:solidFill>
                    <a:schemeClr val="bg1"/>
                  </a:solidFill>
                  <a:latin typeface="Arial" panose="020B0604020202020204" pitchFamily="34" charset="0"/>
                  <a:cs typeface="Arial" panose="020B0604020202020204" pitchFamily="34" charset="0"/>
                </a:rPr>
                <a:t>Lê Tiến Đạt</a:t>
              </a:r>
              <a:r>
                <a:rPr lang="en-US" dirty="0">
                  <a:latin typeface="Arial" panose="020B0604020202020204" pitchFamily="34" charset="0"/>
                  <a:cs typeface="Arial" panose="020B0604020202020204" pitchFamily="34" charset="0"/>
                </a:rPr>
                <a:t> </a:t>
              </a:r>
              <a:endParaRPr lang="vi-VN" dirty="0">
                <a:latin typeface="Arial" panose="020B0604020202020204" pitchFamily="34" charset="0"/>
                <a:cs typeface="Arial" panose="020B0604020202020204" pitchFamily="34" charset="0"/>
              </a:endParaRPr>
            </a:p>
          </p:txBody>
        </p:sp>
      </p:grpSp>
      <p:grpSp>
        <p:nvGrpSpPr>
          <p:cNvPr id="10" name="Group 9">
            <a:extLst>
              <a:ext uri="{FF2B5EF4-FFF2-40B4-BE49-F238E27FC236}">
                <a16:creationId xmlns:a16="http://schemas.microsoft.com/office/drawing/2014/main" id="{49FC1C1D-A3E1-429E-9DE7-271622E0CFA4}"/>
              </a:ext>
            </a:extLst>
          </p:cNvPr>
          <p:cNvGrpSpPr/>
          <p:nvPr/>
        </p:nvGrpSpPr>
        <p:grpSpPr>
          <a:xfrm>
            <a:off x="5543057" y="4221451"/>
            <a:ext cx="1666474" cy="1433749"/>
            <a:chOff x="6053299" y="4315691"/>
            <a:chExt cx="1666474" cy="1433749"/>
          </a:xfrm>
        </p:grpSpPr>
        <p:sp>
          <p:nvSpPr>
            <p:cNvPr id="48" name="Oval 47">
              <a:extLst>
                <a:ext uri="{FF2B5EF4-FFF2-40B4-BE49-F238E27FC236}">
                  <a16:creationId xmlns:a16="http://schemas.microsoft.com/office/drawing/2014/main" id="{EA923322-9748-4EE3-92D6-E43E23F6A430}"/>
                </a:ext>
              </a:extLst>
            </p:cNvPr>
            <p:cNvSpPr/>
            <p:nvPr/>
          </p:nvSpPr>
          <p:spPr>
            <a:xfrm>
              <a:off x="6563545" y="4315691"/>
              <a:ext cx="696943" cy="679269"/>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t>3</a:t>
              </a:r>
            </a:p>
          </p:txBody>
        </p:sp>
        <p:sp>
          <p:nvSpPr>
            <p:cNvPr id="52" name="TextBox 51">
              <a:extLst>
                <a:ext uri="{FF2B5EF4-FFF2-40B4-BE49-F238E27FC236}">
                  <a16:creationId xmlns:a16="http://schemas.microsoft.com/office/drawing/2014/main" id="{87E2FEC9-7DCB-4C2C-83E2-70178D38CFE1}"/>
                </a:ext>
              </a:extLst>
            </p:cNvPr>
            <p:cNvSpPr txBox="1"/>
            <p:nvPr/>
          </p:nvSpPr>
          <p:spPr>
            <a:xfrm>
              <a:off x="6053299" y="5103109"/>
              <a:ext cx="1666474" cy="646331"/>
            </a:xfrm>
            <a:prstGeom prst="rect">
              <a:avLst/>
            </a:prstGeom>
            <a:noFill/>
          </p:spPr>
          <p:txBody>
            <a:bodyPr wrap="square" rtlCol="0">
              <a:spAutoFit/>
            </a:bodyPr>
            <a:lstStyle/>
            <a:p>
              <a:pPr algn="ctr"/>
              <a:r>
                <a:rPr lang="vi-VN" dirty="0">
                  <a:solidFill>
                    <a:schemeClr val="bg1"/>
                  </a:solidFill>
                  <a:latin typeface="Arial" panose="020B0604020202020204" pitchFamily="34" charset="0"/>
                  <a:cs typeface="Arial" panose="020B0604020202020204" pitchFamily="34" charset="0"/>
                </a:rPr>
                <a:t>Đoàn Hồng Dương</a:t>
              </a:r>
              <a:r>
                <a:rPr lang="en-US" dirty="0">
                  <a:latin typeface="Arial" panose="020B0604020202020204" pitchFamily="34" charset="0"/>
                  <a:cs typeface="Arial" panose="020B0604020202020204" pitchFamily="34" charset="0"/>
                </a:rPr>
                <a:t> </a:t>
              </a:r>
              <a:endParaRPr lang="vi-VN"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980BF0FD-122F-4DF5-BD1C-5E17CFB4742B}"/>
              </a:ext>
            </a:extLst>
          </p:cNvPr>
          <p:cNvGrpSpPr/>
          <p:nvPr/>
        </p:nvGrpSpPr>
        <p:grpSpPr>
          <a:xfrm>
            <a:off x="7209531" y="4183845"/>
            <a:ext cx="1269249" cy="1471354"/>
            <a:chOff x="7670762" y="4315691"/>
            <a:chExt cx="1269249" cy="1471354"/>
          </a:xfrm>
        </p:grpSpPr>
        <p:sp>
          <p:nvSpPr>
            <p:cNvPr id="49" name="Oval 48">
              <a:extLst>
                <a:ext uri="{FF2B5EF4-FFF2-40B4-BE49-F238E27FC236}">
                  <a16:creationId xmlns:a16="http://schemas.microsoft.com/office/drawing/2014/main" id="{8E15CF46-A7BC-47F7-854D-93D5E2B4F3B9}"/>
                </a:ext>
              </a:extLst>
            </p:cNvPr>
            <p:cNvSpPr/>
            <p:nvPr/>
          </p:nvSpPr>
          <p:spPr>
            <a:xfrm>
              <a:off x="7956916" y="4315691"/>
              <a:ext cx="696943" cy="67926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t>4</a:t>
              </a:r>
            </a:p>
          </p:txBody>
        </p:sp>
        <p:sp>
          <p:nvSpPr>
            <p:cNvPr id="53" name="TextBox 52">
              <a:extLst>
                <a:ext uri="{FF2B5EF4-FFF2-40B4-BE49-F238E27FC236}">
                  <a16:creationId xmlns:a16="http://schemas.microsoft.com/office/drawing/2014/main" id="{29B7D56B-2D98-40FA-B7E5-99F410087FA4}"/>
                </a:ext>
              </a:extLst>
            </p:cNvPr>
            <p:cNvSpPr txBox="1"/>
            <p:nvPr/>
          </p:nvSpPr>
          <p:spPr>
            <a:xfrm>
              <a:off x="7670762" y="5140714"/>
              <a:ext cx="1269249" cy="646331"/>
            </a:xfrm>
            <a:prstGeom prst="rect">
              <a:avLst/>
            </a:prstGeom>
            <a:noFill/>
          </p:spPr>
          <p:txBody>
            <a:bodyPr wrap="square" rtlCol="0">
              <a:spAutoFit/>
            </a:bodyPr>
            <a:lstStyle/>
            <a:p>
              <a:pPr algn="ctr"/>
              <a:r>
                <a:rPr lang="vi-VN" dirty="0">
                  <a:solidFill>
                    <a:schemeClr val="bg1"/>
                  </a:solidFill>
                  <a:latin typeface="Arial" panose="020B0604020202020204" pitchFamily="34" charset="0"/>
                  <a:cs typeface="Arial" panose="020B0604020202020204" pitchFamily="34" charset="0"/>
                </a:rPr>
                <a:t>Nguyễn Tùng Lâm</a:t>
              </a:r>
              <a:r>
                <a:rPr lang="en-US" dirty="0">
                  <a:latin typeface="Arial" panose="020B0604020202020204" pitchFamily="34" charset="0"/>
                  <a:cs typeface="Arial" panose="020B0604020202020204" pitchFamily="34" charset="0"/>
                </a:rPr>
                <a:t> </a:t>
              </a:r>
              <a:endParaRPr lang="vi-VN" dirty="0">
                <a:latin typeface="Arial" panose="020B0604020202020204" pitchFamily="34" charset="0"/>
                <a:cs typeface="Arial" panose="020B0604020202020204" pitchFamily="34" charset="0"/>
              </a:endParaRPr>
            </a:p>
          </p:txBody>
        </p:sp>
      </p:grpSp>
      <p:pic>
        <p:nvPicPr>
          <p:cNvPr id="20" name="Picture 19" descr="Shape, arrow&#10;&#10;Description automatically generated">
            <a:extLst>
              <a:ext uri="{FF2B5EF4-FFF2-40B4-BE49-F238E27FC236}">
                <a16:creationId xmlns:a16="http://schemas.microsoft.com/office/drawing/2014/main" id="{41140A29-2445-4DCF-A32B-D951CFECDA8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101" b="97082" l="8046" r="95690">
                        <a14:foregroundMark x1="8046" y1="6101" x2="11782" y2="11671"/>
                        <a14:foregroundMark x1="85057" y1="90981" x2="87931" y2="91512"/>
                        <a14:foregroundMark x1="95977" y1="85676" x2="95977" y2="85676"/>
                        <a14:foregroundMark x1="87069" y1="97082" x2="87069" y2="97082"/>
                      </a14:backgroundRemoval>
                    </a14:imgEffect>
                  </a14:imgLayer>
                </a14:imgProps>
              </a:ext>
              <a:ext uri="{28A0092B-C50C-407E-A947-70E740481C1C}">
                <a14:useLocalDpi xmlns:a14="http://schemas.microsoft.com/office/drawing/2010/main" val="0"/>
              </a:ext>
            </a:extLst>
          </a:blip>
          <a:stretch>
            <a:fillRect/>
          </a:stretch>
        </p:blipFill>
        <p:spPr>
          <a:xfrm>
            <a:off x="5518644" y="3619640"/>
            <a:ext cx="396027" cy="429029"/>
          </a:xfrm>
          <a:prstGeom prst="rect">
            <a:avLst/>
          </a:prstGeom>
        </p:spPr>
      </p:pic>
      <p:sp>
        <p:nvSpPr>
          <p:cNvPr id="60" name="Rectangle 59">
            <a:extLst>
              <a:ext uri="{FF2B5EF4-FFF2-40B4-BE49-F238E27FC236}">
                <a16:creationId xmlns:a16="http://schemas.microsoft.com/office/drawing/2014/main" id="{C111C64D-11E1-4302-97DE-B9ED8B169C78}"/>
              </a:ext>
            </a:extLst>
          </p:cNvPr>
          <p:cNvSpPr/>
          <p:nvPr/>
        </p:nvSpPr>
        <p:spPr>
          <a:xfrm>
            <a:off x="150703" y="195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2" name="TextBox 61">
            <a:extLst>
              <a:ext uri="{FF2B5EF4-FFF2-40B4-BE49-F238E27FC236}">
                <a16:creationId xmlns:a16="http://schemas.microsoft.com/office/drawing/2014/main" id="{E40A714D-4DBB-4B26-BABC-6CB07B51AD6E}"/>
              </a:ext>
            </a:extLst>
          </p:cNvPr>
          <p:cNvSpPr txBox="1"/>
          <p:nvPr/>
        </p:nvSpPr>
        <p:spPr>
          <a:xfrm>
            <a:off x="8586735" y="705007"/>
            <a:ext cx="956602" cy="338554"/>
          </a:xfrm>
          <a:prstGeom prst="rect">
            <a:avLst/>
          </a:prstGeom>
          <a:noFill/>
        </p:spPr>
        <p:txBody>
          <a:bodyPr wrap="square" rtlCol="0">
            <a:spAutoFit/>
          </a:bodyPr>
          <a:lstStyle/>
          <a:p>
            <a:r>
              <a:rPr lang="en-PH" sz="1600" dirty="0">
                <a:solidFill>
                  <a:schemeClr val="bg1"/>
                </a:solidFill>
              </a:rPr>
              <a:t>Gmail</a:t>
            </a:r>
          </a:p>
        </p:txBody>
      </p:sp>
      <p:sp>
        <p:nvSpPr>
          <p:cNvPr id="63" name="TextBox 62">
            <a:extLst>
              <a:ext uri="{FF2B5EF4-FFF2-40B4-BE49-F238E27FC236}">
                <a16:creationId xmlns:a16="http://schemas.microsoft.com/office/drawing/2014/main" id="{41913F36-A538-4D6E-8A60-A8330F5DB74D}"/>
              </a:ext>
            </a:extLst>
          </p:cNvPr>
          <p:cNvSpPr txBox="1"/>
          <p:nvPr/>
        </p:nvSpPr>
        <p:spPr>
          <a:xfrm>
            <a:off x="9302842" y="705007"/>
            <a:ext cx="956603" cy="338554"/>
          </a:xfrm>
          <a:prstGeom prst="rect">
            <a:avLst/>
          </a:prstGeom>
          <a:noFill/>
        </p:spPr>
        <p:txBody>
          <a:bodyPr wrap="square" rtlCol="0">
            <a:spAutoFit/>
          </a:bodyPr>
          <a:lstStyle/>
          <a:p>
            <a:r>
              <a:rPr lang="en-PH" sz="1600" dirty="0">
                <a:solidFill>
                  <a:schemeClr val="bg1"/>
                </a:solidFill>
              </a:rPr>
              <a:t>Images</a:t>
            </a:r>
          </a:p>
        </p:txBody>
      </p:sp>
      <p:pic>
        <p:nvPicPr>
          <p:cNvPr id="64" name="Picture 63">
            <a:extLst>
              <a:ext uri="{FF2B5EF4-FFF2-40B4-BE49-F238E27FC236}">
                <a16:creationId xmlns:a16="http://schemas.microsoft.com/office/drawing/2014/main" id="{2D2D2196-8366-4D17-A30E-11D43F6788E1}"/>
              </a:ext>
            </a:extLst>
          </p:cNvPr>
          <p:cNvPicPr>
            <a:picLocks noChangeAspect="1"/>
          </p:cNvPicPr>
          <p:nvPr/>
        </p:nvPicPr>
        <p:blipFill>
          <a:blip r:embed="rId6">
            <a:duotone>
              <a:schemeClr val="accent3">
                <a:shade val="45000"/>
                <a:satMod val="135000"/>
              </a:schemeClr>
              <a:prstClr val="white"/>
            </a:duotone>
            <a:extLst>
              <a:ext uri="{BEBA8EAE-BF5A-486C-A8C5-ECC9F3942E4B}">
                <a14:imgProps xmlns:a14="http://schemas.microsoft.com/office/drawing/2010/main">
                  <a14:imgLayer r:embed="rId7">
                    <a14:imgEffect>
                      <a14:saturation sat="66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212641" y="720079"/>
            <a:ext cx="339969" cy="339969"/>
          </a:xfrm>
          <a:prstGeom prst="rect">
            <a:avLst/>
          </a:prstGeom>
        </p:spPr>
      </p:pic>
      <p:sp>
        <p:nvSpPr>
          <p:cNvPr id="65" name="Oval 64">
            <a:extLst>
              <a:ext uri="{FF2B5EF4-FFF2-40B4-BE49-F238E27FC236}">
                <a16:creationId xmlns:a16="http://schemas.microsoft.com/office/drawing/2014/main" id="{A22592DC-6B1F-4CE8-A029-C23AFAF2E5B3}"/>
              </a:ext>
            </a:extLst>
          </p:cNvPr>
          <p:cNvSpPr/>
          <p:nvPr/>
        </p:nvSpPr>
        <p:spPr>
          <a:xfrm>
            <a:off x="594075" y="325123"/>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6" name="Oval 65">
            <a:extLst>
              <a:ext uri="{FF2B5EF4-FFF2-40B4-BE49-F238E27FC236}">
                <a16:creationId xmlns:a16="http://schemas.microsoft.com/office/drawing/2014/main" id="{E148A706-7BDA-41E1-AE9C-BE1835F9E8BF}"/>
              </a:ext>
            </a:extLst>
          </p:cNvPr>
          <p:cNvSpPr/>
          <p:nvPr/>
        </p:nvSpPr>
        <p:spPr>
          <a:xfrm>
            <a:off x="1034238" y="328983"/>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7" name="Oval 66">
            <a:extLst>
              <a:ext uri="{FF2B5EF4-FFF2-40B4-BE49-F238E27FC236}">
                <a16:creationId xmlns:a16="http://schemas.microsoft.com/office/drawing/2014/main" id="{E730F620-CF13-4A61-B8FF-28E4F71871DB}"/>
              </a:ext>
            </a:extLst>
          </p:cNvPr>
          <p:cNvSpPr/>
          <p:nvPr/>
        </p:nvSpPr>
        <p:spPr>
          <a:xfrm>
            <a:off x="1445518" y="325123"/>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8" name="Oval 67">
            <a:extLst>
              <a:ext uri="{FF2B5EF4-FFF2-40B4-BE49-F238E27FC236}">
                <a16:creationId xmlns:a16="http://schemas.microsoft.com/office/drawing/2014/main" id="{C84D73A3-6978-47C0-B716-AE72225E9FF7}"/>
              </a:ext>
            </a:extLst>
          </p:cNvPr>
          <p:cNvSpPr/>
          <p:nvPr/>
        </p:nvSpPr>
        <p:spPr>
          <a:xfrm>
            <a:off x="10746482" y="527801"/>
            <a:ext cx="703364" cy="691720"/>
          </a:xfrm>
          <a:prstGeom prst="ellipse">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bg1"/>
              </a:solidFill>
              <a:highlight>
                <a:srgbClr val="FFFF00"/>
              </a:highlight>
            </a:endParaRPr>
          </a:p>
        </p:txBody>
      </p:sp>
      <p:grpSp>
        <p:nvGrpSpPr>
          <p:cNvPr id="70" name="Group 69">
            <a:extLst>
              <a:ext uri="{FF2B5EF4-FFF2-40B4-BE49-F238E27FC236}">
                <a16:creationId xmlns:a16="http://schemas.microsoft.com/office/drawing/2014/main" id="{D5421BA9-15C0-408B-B6BE-2CE41B777F11}"/>
              </a:ext>
            </a:extLst>
          </p:cNvPr>
          <p:cNvGrpSpPr/>
          <p:nvPr/>
        </p:nvGrpSpPr>
        <p:grpSpPr>
          <a:xfrm>
            <a:off x="-1" y="6732587"/>
            <a:ext cx="12192000" cy="127731"/>
            <a:chOff x="-1" y="6732587"/>
            <a:chExt cx="12192000" cy="127731"/>
          </a:xfrm>
        </p:grpSpPr>
        <p:sp>
          <p:nvSpPr>
            <p:cNvPr id="71" name="Rectangle 70">
              <a:extLst>
                <a:ext uri="{FF2B5EF4-FFF2-40B4-BE49-F238E27FC236}">
                  <a16:creationId xmlns:a16="http://schemas.microsoft.com/office/drawing/2014/main" id="{EC1512E5-E3F4-49E4-B09C-90A8EB90FD8C}"/>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2" name="Rectangle 71">
              <a:extLst>
                <a:ext uri="{FF2B5EF4-FFF2-40B4-BE49-F238E27FC236}">
                  <a16:creationId xmlns:a16="http://schemas.microsoft.com/office/drawing/2014/main" id="{269E5F95-3E06-4D9F-80CA-182E17C5160B}"/>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3" name="Rectangle 72">
              <a:extLst>
                <a:ext uri="{FF2B5EF4-FFF2-40B4-BE49-F238E27FC236}">
                  <a16:creationId xmlns:a16="http://schemas.microsoft.com/office/drawing/2014/main" id="{C0B8654F-3874-4566-A1E1-026FEC68CF20}"/>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4" name="Rectangle 73">
              <a:extLst>
                <a:ext uri="{FF2B5EF4-FFF2-40B4-BE49-F238E27FC236}">
                  <a16:creationId xmlns:a16="http://schemas.microsoft.com/office/drawing/2014/main" id="{CC69786D-4CC0-4109-A5DA-776EC2F764C4}"/>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39" name="Group 38">
            <a:extLst>
              <a:ext uri="{FF2B5EF4-FFF2-40B4-BE49-F238E27FC236}">
                <a16:creationId xmlns:a16="http://schemas.microsoft.com/office/drawing/2014/main" id="{F52CD735-F766-42BB-8ADA-7D1DBDC06609}"/>
              </a:ext>
            </a:extLst>
          </p:cNvPr>
          <p:cNvGrpSpPr/>
          <p:nvPr/>
        </p:nvGrpSpPr>
        <p:grpSpPr>
          <a:xfrm>
            <a:off x="2889319" y="3178395"/>
            <a:ext cx="6654018" cy="550671"/>
            <a:chOff x="2768991" y="3077691"/>
            <a:chExt cx="6654018" cy="550671"/>
          </a:xfrm>
        </p:grpSpPr>
        <p:sp>
          <p:nvSpPr>
            <p:cNvPr id="40" name="Rectangle: Rounded Corners 39">
              <a:extLst>
                <a:ext uri="{FF2B5EF4-FFF2-40B4-BE49-F238E27FC236}">
                  <a16:creationId xmlns:a16="http://schemas.microsoft.com/office/drawing/2014/main" id="{CE60C869-9EDF-4B33-BE54-FBD946A3174F}"/>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1" name="Picture 40">
              <a:extLst>
                <a:ext uri="{FF2B5EF4-FFF2-40B4-BE49-F238E27FC236}">
                  <a16:creationId xmlns:a16="http://schemas.microsoft.com/office/drawing/2014/main" id="{90BAC800-C50B-4B1A-BA02-FB5C9C69D19D}"/>
                </a:ext>
              </a:extLst>
            </p:cNvPr>
            <p:cNvPicPr>
              <a:picLocks noChangeAspect="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42" name="Picture 41" descr="Icon&#10;&#10;Description automatically generated">
              <a:extLst>
                <a:ext uri="{FF2B5EF4-FFF2-40B4-BE49-F238E27FC236}">
                  <a16:creationId xmlns:a16="http://schemas.microsoft.com/office/drawing/2014/main" id="{B63C4B9B-CC5F-4C0B-B736-77EFAA42432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43" name="TextBox 42">
            <a:extLst>
              <a:ext uri="{FF2B5EF4-FFF2-40B4-BE49-F238E27FC236}">
                <a16:creationId xmlns:a16="http://schemas.microsoft.com/office/drawing/2014/main" id="{14185FCF-8337-4B11-AED0-91566A05056F}"/>
              </a:ext>
            </a:extLst>
          </p:cNvPr>
          <p:cNvSpPr txBox="1"/>
          <p:nvPr/>
        </p:nvSpPr>
        <p:spPr>
          <a:xfrm>
            <a:off x="3534163" y="3268187"/>
            <a:ext cx="2561837" cy="369332"/>
          </a:xfrm>
          <a:prstGeom prst="rect">
            <a:avLst/>
          </a:prstGeom>
          <a:noFill/>
        </p:spPr>
        <p:txBody>
          <a:bodyPr wrap="square" rtlCol="0">
            <a:spAutoFit/>
          </a:bodyPr>
          <a:lstStyle/>
          <a:p>
            <a:pPr algn="ctr"/>
            <a:r>
              <a:rPr lang="vi-VN" b="1" dirty="0">
                <a:solidFill>
                  <a:schemeClr val="accent4"/>
                </a:solidFill>
                <a:latin typeface="Product Sans" panose="020B0403030502040203" pitchFamily="34" charset="0"/>
              </a:rPr>
              <a:t>https://Work Hub.com</a:t>
            </a:r>
            <a:endParaRPr lang="en-PH" b="1" dirty="0">
              <a:solidFill>
                <a:schemeClr val="accent4"/>
              </a:solidFill>
              <a:latin typeface="Product Sans" panose="020B0403030502040203" pitchFamily="34" charset="0"/>
            </a:endParaRPr>
          </a:p>
        </p:txBody>
      </p:sp>
      <p:sp>
        <p:nvSpPr>
          <p:cNvPr id="44" name="TextBox 43">
            <a:extLst>
              <a:ext uri="{FF2B5EF4-FFF2-40B4-BE49-F238E27FC236}">
                <a16:creationId xmlns:a16="http://schemas.microsoft.com/office/drawing/2014/main" id="{0AFAF085-6EEE-43EC-B87A-3F1CD44A2F95}"/>
              </a:ext>
            </a:extLst>
          </p:cNvPr>
          <p:cNvSpPr txBox="1"/>
          <p:nvPr/>
        </p:nvSpPr>
        <p:spPr>
          <a:xfrm>
            <a:off x="2552899" y="1163623"/>
            <a:ext cx="7086201" cy="2000548"/>
          </a:xfrm>
          <a:prstGeom prst="rect">
            <a:avLst/>
          </a:prstGeom>
          <a:noFill/>
        </p:spPr>
        <p:txBody>
          <a:bodyPr wrap="square" rtlCol="0">
            <a:spAutoFit/>
          </a:bodyPr>
          <a:lstStyle/>
          <a:p>
            <a:pPr algn="ctr"/>
            <a:r>
              <a:rPr lang="vi-VN" sz="9600" b="1" dirty="0">
                <a:solidFill>
                  <a:schemeClr val="bg1">
                    <a:lumMod val="95000"/>
                  </a:schemeClr>
                </a:solidFill>
                <a:latin typeface="Product Sans" panose="020B0403030502040203" pitchFamily="34" charset="0"/>
              </a:rPr>
              <a:t>Nhóm 4</a:t>
            </a:r>
            <a:endParaRPr lang="en-PH" sz="9600" b="1" dirty="0">
              <a:solidFill>
                <a:schemeClr val="bg1">
                  <a:lumMod val="95000"/>
                </a:schemeClr>
              </a:solidFill>
              <a:latin typeface="Product Sans" panose="020B0403030502040203" pitchFamily="34" charset="0"/>
            </a:endParaRPr>
          </a:p>
          <a:p>
            <a:pPr algn="ctr"/>
            <a:endParaRPr lang="en-PH" sz="2800" dirty="0"/>
          </a:p>
        </p:txBody>
      </p:sp>
      <p:grpSp>
        <p:nvGrpSpPr>
          <p:cNvPr id="2" name="Group 15">
            <a:extLst>
              <a:ext uri="{FF2B5EF4-FFF2-40B4-BE49-F238E27FC236}">
                <a16:creationId xmlns:a16="http://schemas.microsoft.com/office/drawing/2014/main" id="{CA0E8390-FAB5-13EB-A11B-5B3E117AD7F6}"/>
              </a:ext>
            </a:extLst>
          </p:cNvPr>
          <p:cNvGrpSpPr/>
          <p:nvPr/>
        </p:nvGrpSpPr>
        <p:grpSpPr>
          <a:xfrm>
            <a:off x="8586735" y="4183845"/>
            <a:ext cx="1432788" cy="1223102"/>
            <a:chOff x="7654559" y="4399464"/>
            <a:chExt cx="1432788" cy="1223102"/>
          </a:xfrm>
        </p:grpSpPr>
        <p:sp>
          <p:nvSpPr>
            <p:cNvPr id="3" name="Oval 48">
              <a:extLst>
                <a:ext uri="{FF2B5EF4-FFF2-40B4-BE49-F238E27FC236}">
                  <a16:creationId xmlns:a16="http://schemas.microsoft.com/office/drawing/2014/main" id="{5CCB1623-DE1E-5233-32F6-800A7B2E2F9F}"/>
                </a:ext>
              </a:extLst>
            </p:cNvPr>
            <p:cNvSpPr/>
            <p:nvPr/>
          </p:nvSpPr>
          <p:spPr>
            <a:xfrm>
              <a:off x="7986706" y="4399464"/>
              <a:ext cx="696943" cy="67926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b="1" dirty="0"/>
                <a:t>5</a:t>
              </a:r>
            </a:p>
          </p:txBody>
        </p:sp>
        <p:sp>
          <p:nvSpPr>
            <p:cNvPr id="4" name="TextBox 52">
              <a:extLst>
                <a:ext uri="{FF2B5EF4-FFF2-40B4-BE49-F238E27FC236}">
                  <a16:creationId xmlns:a16="http://schemas.microsoft.com/office/drawing/2014/main" id="{95229087-EAB5-8A74-C062-6B887DD00374}"/>
                </a:ext>
              </a:extLst>
            </p:cNvPr>
            <p:cNvSpPr txBox="1"/>
            <p:nvPr/>
          </p:nvSpPr>
          <p:spPr>
            <a:xfrm>
              <a:off x="7654559" y="5253234"/>
              <a:ext cx="1432788" cy="369332"/>
            </a:xfrm>
            <a:prstGeom prst="rect">
              <a:avLst/>
            </a:prstGeom>
            <a:noFill/>
          </p:spPr>
          <p:txBody>
            <a:bodyPr wrap="square" rtlCol="0">
              <a:spAutoFit/>
            </a:bodyPr>
            <a:lstStyle/>
            <a:p>
              <a:pPr algn="ctr"/>
              <a:r>
                <a:rPr lang="vi-VN" dirty="0">
                  <a:solidFill>
                    <a:schemeClr val="bg1"/>
                  </a:solidFill>
                  <a:latin typeface="Arial" panose="020B0604020202020204" pitchFamily="34" charset="0"/>
                  <a:cs typeface="Arial" panose="020B0604020202020204" pitchFamily="34" charset="0"/>
                </a:rPr>
                <a:t>Đỗ Hải Lâm</a:t>
              </a:r>
              <a:r>
                <a:rPr lang="en-US" dirty="0">
                  <a:latin typeface="Arial" panose="020B0604020202020204" pitchFamily="34" charset="0"/>
                  <a:cs typeface="Arial" panose="020B0604020202020204" pitchFamily="34" charset="0"/>
                </a:rPr>
                <a:t> </a:t>
              </a:r>
              <a:endParaRPr lang="vi-VN"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84511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250" fill="hold"/>
                                        <p:tgtEl>
                                          <p:spTgt spid="20"/>
                                        </p:tgtEl>
                                        <p:attrNameLst>
                                          <p:attrName>ppt_x</p:attrName>
                                        </p:attrNameLst>
                                      </p:cBhvr>
                                      <p:tavLst>
                                        <p:tav tm="0">
                                          <p:val>
                                            <p:strVal val="1+#ppt_w/2"/>
                                          </p:val>
                                        </p:tav>
                                        <p:tav tm="100000">
                                          <p:val>
                                            <p:strVal val="#ppt_x"/>
                                          </p:val>
                                        </p:tav>
                                      </p:tavLst>
                                    </p:anim>
                                    <p:anim calcmode="lin" valueType="num">
                                      <p:cBhvr additive="base">
                                        <p:cTn id="8" dur="125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1250"/>
                            </p:stCondLst>
                            <p:childTnLst>
                              <p:par>
                                <p:cTn id="10" presetID="1" presetClass="entr" presetSubtype="0" fill="hold" nodeType="afterEffect">
                                  <p:stCondLst>
                                    <p:cond delay="0"/>
                                  </p:stCondLst>
                                  <p:iterate type="lt">
                                    <p:tmAbs val="80"/>
                                  </p:iterate>
                                  <p:childTnLst>
                                    <p:set>
                                      <p:cBhvr>
                                        <p:cTn id="11"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5" name="Rectangle: Folded Corner 24">
            <a:extLst>
              <a:ext uri="{FF2B5EF4-FFF2-40B4-BE49-F238E27FC236}">
                <a16:creationId xmlns:a16="http://schemas.microsoft.com/office/drawing/2014/main" id="{5599B663-3C1F-4573-8B4A-87A39C2FDEE9}"/>
              </a:ext>
            </a:extLst>
          </p:cNvPr>
          <p:cNvSpPr/>
          <p:nvPr/>
        </p:nvSpPr>
        <p:spPr>
          <a:xfrm>
            <a:off x="6953500" y="1611510"/>
            <a:ext cx="4893734" cy="711200"/>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45F6FEB1-4796-46E2-A4DA-5C9E57A12C77}"/>
              </a:ext>
            </a:extLst>
          </p:cNvPr>
          <p:cNvSpPr txBox="1"/>
          <p:nvPr/>
        </p:nvSpPr>
        <p:spPr>
          <a:xfrm>
            <a:off x="7143652" y="1773187"/>
            <a:ext cx="4524858"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1, Giới thiệu về đề tài</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28" name="Rectangle: Folded Corner 27">
            <a:extLst>
              <a:ext uri="{FF2B5EF4-FFF2-40B4-BE49-F238E27FC236}">
                <a16:creationId xmlns:a16="http://schemas.microsoft.com/office/drawing/2014/main" id="{BD80C98A-D228-40D4-B5DB-91DA3DC4E29E}"/>
              </a:ext>
            </a:extLst>
          </p:cNvPr>
          <p:cNvSpPr/>
          <p:nvPr/>
        </p:nvSpPr>
        <p:spPr>
          <a:xfrm>
            <a:off x="6953500" y="2619579"/>
            <a:ext cx="4893734" cy="711200"/>
          </a:xfrm>
          <a:prstGeom prst="foldedCorner">
            <a:avLst>
              <a:gd name="adj" fmla="val 47619"/>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FD8D4BF6-097D-47AF-94EF-4A653413926D}"/>
              </a:ext>
            </a:extLst>
          </p:cNvPr>
          <p:cNvSpPr txBox="1"/>
          <p:nvPr/>
        </p:nvSpPr>
        <p:spPr>
          <a:xfrm>
            <a:off x="7143652" y="2757769"/>
            <a:ext cx="3606800" cy="400110"/>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2,</a:t>
            </a:r>
            <a:r>
              <a:rPr lang="vi-VN" sz="2000" b="1" dirty="0">
                <a:solidFill>
                  <a:schemeClr val="bg1"/>
                </a:solidFill>
                <a:latin typeface="Times New Roman" panose="02020603050405020304" pitchFamily="18" charset="0"/>
                <a:cs typeface="Times New Roman" panose="02020603050405020304" pitchFamily="18" charset="0"/>
              </a:rPr>
              <a:t> Báo cáo tiến độ </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31" name="Rectangle: Folded Corner 30">
            <a:extLst>
              <a:ext uri="{FF2B5EF4-FFF2-40B4-BE49-F238E27FC236}">
                <a16:creationId xmlns:a16="http://schemas.microsoft.com/office/drawing/2014/main" id="{7EF1A783-3EC3-40A5-9A2B-FED5D77F8F66}"/>
              </a:ext>
            </a:extLst>
          </p:cNvPr>
          <p:cNvSpPr/>
          <p:nvPr/>
        </p:nvSpPr>
        <p:spPr>
          <a:xfrm>
            <a:off x="6960783" y="3720645"/>
            <a:ext cx="4893734" cy="711200"/>
          </a:xfrm>
          <a:prstGeom prst="foldedCorner">
            <a:avLst>
              <a:gd name="adj" fmla="val 47619"/>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D8BB0564-9481-40A1-90C3-B39D3C945210}"/>
              </a:ext>
            </a:extLst>
          </p:cNvPr>
          <p:cNvSpPr txBox="1"/>
          <p:nvPr/>
        </p:nvSpPr>
        <p:spPr>
          <a:xfrm>
            <a:off x="7179886" y="3869977"/>
            <a:ext cx="4488624" cy="461665"/>
          </a:xfrm>
          <a:prstGeom prst="rect">
            <a:avLst/>
          </a:prstGeom>
          <a:noFill/>
        </p:spPr>
        <p:txBody>
          <a:bodyPr wrap="square" rtlCol="0">
            <a:spAutoFit/>
          </a:bodyPr>
          <a:lstStyle/>
          <a:p>
            <a:r>
              <a:rPr lang="vi-VN" sz="2000" b="1" dirty="0">
                <a:solidFill>
                  <a:schemeClr val="bg1"/>
                </a:solidFill>
                <a:latin typeface="Times New Roman" panose="02020603050405020304" pitchFamily="18" charset="0"/>
                <a:cs typeface="Times New Roman" panose="02020603050405020304" pitchFamily="18" charset="0"/>
              </a:rPr>
              <a:t>3, Chức năng đã hoàn thiện</a:t>
            </a:r>
            <a:r>
              <a:rPr lang="vi-VN" sz="2400" b="1" dirty="0">
                <a:solidFill>
                  <a:schemeClr val="bg1"/>
                </a:solidFill>
                <a:latin typeface="Times New Roman" panose="02020603050405020304" pitchFamily="18" charset="0"/>
                <a:cs typeface="Times New Roman" panose="02020603050405020304" pitchFamily="18" charset="0"/>
              </a:rPr>
              <a:t> </a:t>
            </a:r>
            <a:endParaRPr lang="vi-VN" sz="2000" b="1" dirty="0">
              <a:solidFill>
                <a:schemeClr val="bg1"/>
              </a:solidFill>
              <a:latin typeface="Times New Roman" panose="02020603050405020304" pitchFamily="18" charset="0"/>
              <a:cs typeface="Times New Roman" panose="02020603050405020304" pitchFamily="18" charset="0"/>
            </a:endParaRPr>
          </a:p>
        </p:txBody>
      </p:sp>
      <p:sp>
        <p:nvSpPr>
          <p:cNvPr id="34" name="Rectangle: Folded Corner 33">
            <a:extLst>
              <a:ext uri="{FF2B5EF4-FFF2-40B4-BE49-F238E27FC236}">
                <a16:creationId xmlns:a16="http://schemas.microsoft.com/office/drawing/2014/main" id="{260A9BD7-0E03-4173-A07D-2F5D7C37EDC4}"/>
              </a:ext>
            </a:extLst>
          </p:cNvPr>
          <p:cNvSpPr/>
          <p:nvPr/>
        </p:nvSpPr>
        <p:spPr>
          <a:xfrm>
            <a:off x="6960783" y="4728714"/>
            <a:ext cx="4893734" cy="711200"/>
          </a:xfrm>
          <a:prstGeom prst="foldedCorner">
            <a:avLst>
              <a:gd name="adj" fmla="val 47619"/>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FBFFB453-0314-44A1-BE92-14288FAF44C2}"/>
              </a:ext>
            </a:extLst>
          </p:cNvPr>
          <p:cNvSpPr txBox="1"/>
          <p:nvPr/>
        </p:nvSpPr>
        <p:spPr>
          <a:xfrm>
            <a:off x="7179886" y="4878127"/>
            <a:ext cx="3606800" cy="400110"/>
          </a:xfrm>
          <a:prstGeom prst="rect">
            <a:avLst/>
          </a:prstGeom>
          <a:noFill/>
        </p:spPr>
        <p:txBody>
          <a:bodyPr wrap="square" rtlCol="0">
            <a:spAutoFit/>
          </a:bodyPr>
          <a:lstStyle/>
          <a:p>
            <a:r>
              <a:rPr lang="vi-VN" sz="2000" b="1" dirty="0">
                <a:solidFill>
                  <a:schemeClr val="bg1"/>
                </a:solidFill>
                <a:latin typeface="Times New Roman" panose="02020603050405020304" pitchFamily="18" charset="0"/>
                <a:cs typeface="Times New Roman" panose="02020603050405020304" pitchFamily="18" charset="0"/>
              </a:rPr>
              <a:t>4, Chức năng đang phát triển</a:t>
            </a:r>
            <a:endParaRPr lang="en-PH" sz="2400" b="1" dirty="0">
              <a:solidFill>
                <a:schemeClr val="bg1"/>
              </a:solidFill>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B6463E7D-8203-4458-9CEA-045EFE490F32}"/>
              </a:ext>
            </a:extLst>
          </p:cNvPr>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53" name="Picture 52" descr="Chart, logo, company name, bubble chart&#10;&#10;Description automatically generated">
            <a:extLst>
              <a:ext uri="{FF2B5EF4-FFF2-40B4-BE49-F238E27FC236}">
                <a16:creationId xmlns:a16="http://schemas.microsoft.com/office/drawing/2014/main" id="{882C10E1-4A65-4168-8E0A-0D8EA98C5DF3}"/>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rot="19778565">
            <a:off x="-1549748" y="3606558"/>
            <a:ext cx="951034" cy="799965"/>
          </a:xfrm>
          <a:prstGeom prst="rect">
            <a:avLst/>
          </a:prstGeom>
        </p:spPr>
      </p:pic>
      <p:pic>
        <p:nvPicPr>
          <p:cNvPr id="54" name="Picture 53" descr="Chart, logo, company name, bubble chart&#10;&#10;Description automatically generated">
            <a:extLst>
              <a:ext uri="{FF2B5EF4-FFF2-40B4-BE49-F238E27FC236}">
                <a16:creationId xmlns:a16="http://schemas.microsoft.com/office/drawing/2014/main" id="{612A1424-BA0D-45D5-B8B2-0E8EDB197AF8}"/>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4474338" y="2516897"/>
            <a:ext cx="799475" cy="784100"/>
          </a:xfrm>
          <a:prstGeom prst="rect">
            <a:avLst/>
          </a:prstGeom>
        </p:spPr>
      </p:pic>
      <p:pic>
        <p:nvPicPr>
          <p:cNvPr id="55" name="Picture 54" descr="Chart, logo, company name, bubble chart&#10;&#10;Description automatically generated">
            <a:extLst>
              <a:ext uri="{FF2B5EF4-FFF2-40B4-BE49-F238E27FC236}">
                <a16:creationId xmlns:a16="http://schemas.microsoft.com/office/drawing/2014/main" id="{9E98E707-EB29-4B8B-AE91-E7F078D5E867}"/>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rot="946486">
            <a:off x="-1530585" y="7983489"/>
            <a:ext cx="912707" cy="740559"/>
          </a:xfrm>
          <a:prstGeom prst="rect">
            <a:avLst/>
          </a:prstGeom>
        </p:spPr>
      </p:pic>
      <p:pic>
        <p:nvPicPr>
          <p:cNvPr id="56" name="Picture 55" descr="Chart, logo, company name, bubble chart&#10;&#10;Description automatically generated">
            <a:extLst>
              <a:ext uri="{FF2B5EF4-FFF2-40B4-BE49-F238E27FC236}">
                <a16:creationId xmlns:a16="http://schemas.microsoft.com/office/drawing/2014/main" id="{8A51080C-D790-42F6-A71D-F79A4CE740C9}"/>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rot="20058234">
            <a:off x="9139217" y="-2079301"/>
            <a:ext cx="795115" cy="775722"/>
          </a:xfrm>
          <a:prstGeom prst="rect">
            <a:avLst/>
          </a:prstGeom>
        </p:spPr>
      </p:pic>
      <p:pic>
        <p:nvPicPr>
          <p:cNvPr id="57" name="Picture 56" descr="Chart, logo, company name, bubble chart&#10;&#10;Description automatically generated">
            <a:extLst>
              <a:ext uri="{FF2B5EF4-FFF2-40B4-BE49-F238E27FC236}">
                <a16:creationId xmlns:a16="http://schemas.microsoft.com/office/drawing/2014/main" id="{69D6EB29-B452-4C9F-BFEE-D6BF7EED35D8}"/>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19651691">
            <a:off x="12196997" y="11525703"/>
            <a:ext cx="744261" cy="789097"/>
          </a:xfrm>
          <a:prstGeom prst="rect">
            <a:avLst/>
          </a:prstGeom>
        </p:spPr>
      </p:pic>
      <p:pic>
        <p:nvPicPr>
          <p:cNvPr id="58" name="Picture 57" descr="Chart, logo, company name, bubble chart&#10;&#10;Description automatically generated">
            <a:extLst>
              <a:ext uri="{FF2B5EF4-FFF2-40B4-BE49-F238E27FC236}">
                <a16:creationId xmlns:a16="http://schemas.microsoft.com/office/drawing/2014/main" id="{FD674F54-1293-4D2A-9330-FDF566E974ED}"/>
              </a:ext>
            </a:extLst>
          </p:cNvPr>
          <p:cNvPicPr>
            <a:picLocks noChangeAspect="1"/>
          </p:cNvPicPr>
          <p:nvPr/>
        </p:nvPicPr>
        <p:blipFill rotWithShape="1">
          <a:blip r:embed="rId8">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rot="20440538">
            <a:off x="-1558101" y="-3194771"/>
            <a:ext cx="722489" cy="900224"/>
          </a:xfrm>
          <a:prstGeom prst="rect">
            <a:avLst/>
          </a:prstGeom>
        </p:spPr>
      </p:pic>
      <p:sp>
        <p:nvSpPr>
          <p:cNvPr id="69" name="Rectangle 68">
            <a:extLst>
              <a:ext uri="{FF2B5EF4-FFF2-40B4-BE49-F238E27FC236}">
                <a16:creationId xmlns:a16="http://schemas.microsoft.com/office/drawing/2014/main" id="{8D9FBC13-4082-4B75-9353-9621435C6DB7}"/>
              </a:ext>
            </a:extLst>
          </p:cNvPr>
          <p:cNvSpPr/>
          <p:nvPr/>
        </p:nvSpPr>
        <p:spPr>
          <a:xfrm>
            <a:off x="150703" y="-251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70" name="Group 69">
            <a:extLst>
              <a:ext uri="{FF2B5EF4-FFF2-40B4-BE49-F238E27FC236}">
                <a16:creationId xmlns:a16="http://schemas.microsoft.com/office/drawing/2014/main" id="{E9DF4DD8-5FB0-4D48-8A03-14D35653FB87}"/>
              </a:ext>
            </a:extLst>
          </p:cNvPr>
          <p:cNvGrpSpPr/>
          <p:nvPr/>
        </p:nvGrpSpPr>
        <p:grpSpPr>
          <a:xfrm>
            <a:off x="3065043" y="346935"/>
            <a:ext cx="6654018" cy="550671"/>
            <a:chOff x="2768991" y="3077691"/>
            <a:chExt cx="6654018" cy="550671"/>
          </a:xfrm>
        </p:grpSpPr>
        <p:sp>
          <p:nvSpPr>
            <p:cNvPr id="71" name="Rectangle: Rounded Corners 70">
              <a:extLst>
                <a:ext uri="{FF2B5EF4-FFF2-40B4-BE49-F238E27FC236}">
                  <a16:creationId xmlns:a16="http://schemas.microsoft.com/office/drawing/2014/main" id="{B9C40FA9-5E34-43C7-925A-21F8CE1B054B}"/>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AD5A1AD7-18EE-47FC-BC21-DA2F98A126B8}"/>
                </a:ext>
              </a:extLst>
            </p:cNvPr>
            <p:cNvPicPr>
              <a:picLocks noChangeAspect="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3" name="Picture 72" descr="Icon&#10;&#10;Description automatically generated">
              <a:extLst>
                <a:ext uri="{FF2B5EF4-FFF2-40B4-BE49-F238E27FC236}">
                  <a16:creationId xmlns:a16="http://schemas.microsoft.com/office/drawing/2014/main" id="{A2736D08-69F0-498B-89D9-00A3D4F133B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4" name="TextBox 73">
            <a:extLst>
              <a:ext uri="{FF2B5EF4-FFF2-40B4-BE49-F238E27FC236}">
                <a16:creationId xmlns:a16="http://schemas.microsoft.com/office/drawing/2014/main" id="{1379DD44-EBED-486A-9E0A-8105E5F60E9A}"/>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FFC000"/>
                </a:solidFill>
                <a:latin typeface="Times New Roman" panose="02020603050405020304" pitchFamily="18" charset="0"/>
                <a:cs typeface="Times New Roman" panose="02020603050405020304" pitchFamily="18" charset="0"/>
              </a:rPr>
              <a:t>Nhóm 4</a:t>
            </a:r>
            <a:endParaRPr lang="en-PH" sz="3600" b="1" dirty="0">
              <a:solidFill>
                <a:srgbClr val="FFC000"/>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86F19460-EC3D-4073-A615-3046E63C367A}"/>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sp>
        <p:nvSpPr>
          <p:cNvPr id="76" name="Oval 75">
            <a:extLst>
              <a:ext uri="{FF2B5EF4-FFF2-40B4-BE49-F238E27FC236}">
                <a16:creationId xmlns:a16="http://schemas.microsoft.com/office/drawing/2014/main" id="{0E7FE1B7-1DC7-4213-AB92-6135917E7836}"/>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7" name="Oval 76">
            <a:extLst>
              <a:ext uri="{FF2B5EF4-FFF2-40B4-BE49-F238E27FC236}">
                <a16:creationId xmlns:a16="http://schemas.microsoft.com/office/drawing/2014/main" id="{DFC3EE66-8F71-4107-99EA-5192BBF37182}"/>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8" name="Oval 77">
            <a:extLst>
              <a:ext uri="{FF2B5EF4-FFF2-40B4-BE49-F238E27FC236}">
                <a16:creationId xmlns:a16="http://schemas.microsoft.com/office/drawing/2014/main" id="{BD27AB48-D787-4A6C-818D-B85881DBCD48}"/>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79" name="Group 78">
            <a:extLst>
              <a:ext uri="{FF2B5EF4-FFF2-40B4-BE49-F238E27FC236}">
                <a16:creationId xmlns:a16="http://schemas.microsoft.com/office/drawing/2014/main" id="{F515924A-539A-4B63-A645-23BC5C1248CF}"/>
              </a:ext>
            </a:extLst>
          </p:cNvPr>
          <p:cNvGrpSpPr/>
          <p:nvPr/>
        </p:nvGrpSpPr>
        <p:grpSpPr>
          <a:xfrm rot="5400000" flipV="1">
            <a:off x="-3352257" y="3352257"/>
            <a:ext cx="6858002" cy="153487"/>
            <a:chOff x="-1" y="6732587"/>
            <a:chExt cx="12192000" cy="127731"/>
          </a:xfrm>
        </p:grpSpPr>
        <p:sp>
          <p:nvSpPr>
            <p:cNvPr id="80" name="Rectangle 79">
              <a:extLst>
                <a:ext uri="{FF2B5EF4-FFF2-40B4-BE49-F238E27FC236}">
                  <a16:creationId xmlns:a16="http://schemas.microsoft.com/office/drawing/2014/main" id="{DBCE3756-738A-401C-B7AD-7919BABEE5A2}"/>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1" name="Rectangle 80">
              <a:extLst>
                <a:ext uri="{FF2B5EF4-FFF2-40B4-BE49-F238E27FC236}">
                  <a16:creationId xmlns:a16="http://schemas.microsoft.com/office/drawing/2014/main" id="{000B24F6-9F51-4ABE-B1B4-CD96F918682E}"/>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2" name="Rectangle 81">
              <a:extLst>
                <a:ext uri="{FF2B5EF4-FFF2-40B4-BE49-F238E27FC236}">
                  <a16:creationId xmlns:a16="http://schemas.microsoft.com/office/drawing/2014/main" id="{D847BCE4-F428-4CAE-AB7B-18C66B9260E5}"/>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3" name="Rectangle 82">
              <a:extLst>
                <a:ext uri="{FF2B5EF4-FFF2-40B4-BE49-F238E27FC236}">
                  <a16:creationId xmlns:a16="http://schemas.microsoft.com/office/drawing/2014/main" id="{4C8163D2-BF2F-423B-8044-740F1957733F}"/>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grpSp>
        <p:nvGrpSpPr>
          <p:cNvPr id="3" name="Nhóm 2">
            <a:extLst>
              <a:ext uri="{FF2B5EF4-FFF2-40B4-BE49-F238E27FC236}">
                <a16:creationId xmlns:a16="http://schemas.microsoft.com/office/drawing/2014/main" id="{693E29FF-01D3-6008-D83C-8EC93B8D2954}"/>
              </a:ext>
            </a:extLst>
          </p:cNvPr>
          <p:cNvGrpSpPr/>
          <p:nvPr/>
        </p:nvGrpSpPr>
        <p:grpSpPr>
          <a:xfrm>
            <a:off x="517857" y="1325647"/>
            <a:ext cx="5931056" cy="4980731"/>
            <a:chOff x="517857" y="1325647"/>
            <a:chExt cx="5931056" cy="4980731"/>
          </a:xfrm>
        </p:grpSpPr>
        <p:grpSp>
          <p:nvGrpSpPr>
            <p:cNvPr id="23" name="Group 22">
              <a:extLst>
                <a:ext uri="{FF2B5EF4-FFF2-40B4-BE49-F238E27FC236}">
                  <a16:creationId xmlns:a16="http://schemas.microsoft.com/office/drawing/2014/main" id="{F8FA672D-B2D5-46F8-85D9-E0BD13D95D9F}"/>
                </a:ext>
              </a:extLst>
            </p:cNvPr>
            <p:cNvGrpSpPr/>
            <p:nvPr/>
          </p:nvGrpSpPr>
          <p:grpSpPr>
            <a:xfrm>
              <a:off x="520642" y="1325647"/>
              <a:ext cx="5928271" cy="4980731"/>
              <a:chOff x="520642" y="1325647"/>
              <a:chExt cx="5928271" cy="4980731"/>
            </a:xfrm>
          </p:grpSpPr>
          <p:sp>
            <p:nvSpPr>
              <p:cNvPr id="20" name="Rectangle: Rounded Corners 19">
                <a:extLst>
                  <a:ext uri="{FF2B5EF4-FFF2-40B4-BE49-F238E27FC236}">
                    <a16:creationId xmlns:a16="http://schemas.microsoft.com/office/drawing/2014/main" id="{14936272-D930-4D13-B35E-653478DB0C26}"/>
                  </a:ext>
                </a:extLst>
              </p:cNvPr>
              <p:cNvSpPr/>
              <p:nvPr/>
            </p:nvSpPr>
            <p:spPr>
              <a:xfrm>
                <a:off x="520642" y="1325647"/>
                <a:ext cx="5928271" cy="4980731"/>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Times New Roman" panose="02020603050405020304" pitchFamily="18" charset="0"/>
                  <a:cs typeface="Times New Roman" panose="02020603050405020304" pitchFamily="18" charset="0"/>
                </a:endParaRPr>
              </a:p>
            </p:txBody>
          </p:sp>
          <p:pic>
            <p:nvPicPr>
              <p:cNvPr id="22" name="Picture 21" descr="Logo&#10;&#10;Description automatically generated">
                <a:extLst>
                  <a:ext uri="{FF2B5EF4-FFF2-40B4-BE49-F238E27FC236}">
                    <a16:creationId xmlns:a16="http://schemas.microsoft.com/office/drawing/2014/main" id="{744E1DD8-9595-4BE7-A92E-BA1418E362E0}"/>
                  </a:ext>
                </a:extLst>
              </p:cNvPr>
              <p:cNvPicPr>
                <a:picLocks noChangeAspect="1"/>
              </p:cNvPicPr>
              <p:nvPr/>
            </p:nvPicPr>
            <p:blipFill rotWithShape="1">
              <a:blip r:embed="rId11">
                <a:extLst>
                  <a:ext uri="{BEBA8EAE-BF5A-486C-A8C5-ECC9F3942E4B}">
                    <a14:imgProps xmlns:a14="http://schemas.microsoft.com/office/drawing/2010/main">
                      <a14:imgLayer r:embed="rId12">
                        <a14:imgEffect>
                          <a14:backgroundRemoval t="10000" b="90000" l="10000" r="90000">
                            <a14:foregroundMark x1="55750" y1="49333" x2="60625" y2="59333"/>
                            <a14:backgroundMark x1="39500" y1="70833" x2="39500" y2="70833"/>
                          </a14:backgroundRemoval>
                        </a14:imgEffect>
                      </a14:imgLayer>
                    </a14:imgProps>
                  </a:ext>
                  <a:ext uri="{28A0092B-C50C-407E-A947-70E740481C1C}">
                    <a14:useLocalDpi xmlns:a14="http://schemas.microsoft.com/office/drawing/2010/main" val="0"/>
                  </a:ext>
                </a:extLst>
              </a:blip>
              <a:srcRect l="28690" t="21587" r="28572" b="23651"/>
              <a:stretch/>
            </p:blipFill>
            <p:spPr>
              <a:xfrm>
                <a:off x="631372" y="1439718"/>
                <a:ext cx="500743" cy="481215"/>
              </a:xfrm>
              <a:prstGeom prst="rect">
                <a:avLst/>
              </a:prstGeom>
            </p:spPr>
          </p:pic>
        </p:grpSp>
        <p:sp>
          <p:nvSpPr>
            <p:cNvPr id="2" name="TextBox 25">
              <a:extLst>
                <a:ext uri="{FF2B5EF4-FFF2-40B4-BE49-F238E27FC236}">
                  <a16:creationId xmlns:a16="http://schemas.microsoft.com/office/drawing/2014/main" id="{D8326E24-E7BF-57A1-48C8-74225462A15A}"/>
                </a:ext>
              </a:extLst>
            </p:cNvPr>
            <p:cNvSpPr txBox="1"/>
            <p:nvPr/>
          </p:nvSpPr>
          <p:spPr>
            <a:xfrm>
              <a:off x="1132115" y="1480270"/>
              <a:ext cx="3606800" cy="400110"/>
            </a:xfrm>
            <a:prstGeom prst="rect">
              <a:avLst/>
            </a:prstGeom>
            <a:noFill/>
          </p:spPr>
          <p:txBody>
            <a:bodyPr wrap="square" rtlCol="0">
              <a:spAutoFit/>
            </a:bodyPr>
            <a:lstStyle/>
            <a:p>
              <a:r>
                <a:rPr lang="vi-VN" sz="2000" b="1" dirty="0">
                  <a:latin typeface="Times New Roman" panose="02020603050405020304" pitchFamily="18" charset="0"/>
                  <a:cs typeface="Times New Roman" panose="02020603050405020304" pitchFamily="18" charset="0"/>
                </a:rPr>
                <a:t>Lý do chọn đề tài</a:t>
              </a:r>
              <a:endParaRPr lang="en-PH" sz="2000" b="1" dirty="0">
                <a:latin typeface="Times New Roman" panose="02020603050405020304" pitchFamily="18" charset="0"/>
                <a:cs typeface="Times New Roman" panose="02020603050405020304" pitchFamily="18" charset="0"/>
              </a:endParaRPr>
            </a:p>
          </p:txBody>
        </p:sp>
        <p:sp>
          <p:nvSpPr>
            <p:cNvPr id="6" name="TextBox 25">
              <a:extLst>
                <a:ext uri="{FF2B5EF4-FFF2-40B4-BE49-F238E27FC236}">
                  <a16:creationId xmlns:a16="http://schemas.microsoft.com/office/drawing/2014/main" id="{1A3E8A5A-AA5F-B4D7-B748-FC90A29330FF}"/>
                </a:ext>
              </a:extLst>
            </p:cNvPr>
            <p:cNvSpPr txBox="1"/>
            <p:nvPr/>
          </p:nvSpPr>
          <p:spPr>
            <a:xfrm>
              <a:off x="631372" y="4211573"/>
              <a:ext cx="5759924" cy="646331"/>
            </a:xfrm>
            <a:prstGeom prst="rect">
              <a:avLst/>
            </a:prstGeom>
            <a:noFill/>
          </p:spPr>
          <p:txBody>
            <a:bodyPr wrap="square" rtlCol="0">
              <a:spAutoFit/>
            </a:bodyPr>
            <a:lstStyle/>
            <a:p>
              <a:r>
                <a:rPr lang="vi-VN" b="1" dirty="0">
                  <a:latin typeface="Times New Roman" panose="02020603050405020304" pitchFamily="18" charset="0"/>
                  <a:cs typeface="Times New Roman" panose="02020603050405020304" pitchFamily="18" charset="0"/>
                </a:rPr>
                <a:t>Mục tiêu</a:t>
              </a:r>
              <a:r>
                <a:rPr lang="vi-VN" dirty="0">
                  <a:latin typeface="Times New Roman" panose="02020603050405020304" pitchFamily="18" charset="0"/>
                  <a:cs typeface="Times New Roman" panose="02020603050405020304" pitchFamily="18" charset="0"/>
                </a:rPr>
                <a:t>: tạo hệ thống trực quan, hiệu quả, có </a:t>
              </a:r>
              <a:r>
                <a:rPr lang="vi-VN" dirty="0" err="1">
                  <a:latin typeface="Times New Roman" panose="02020603050405020304" pitchFamily="18" charset="0"/>
                  <a:cs typeface="Times New Roman" panose="02020603050405020304" pitchFamily="18" charset="0"/>
                </a:rPr>
                <a:t>chatbot</a:t>
              </a:r>
              <a:r>
                <a:rPr lang="vi-VN" dirty="0">
                  <a:latin typeface="Times New Roman" panose="02020603050405020304" pitchFamily="18" charset="0"/>
                  <a:cs typeface="Times New Roman" panose="02020603050405020304" pitchFamily="18" charset="0"/>
                </a:rPr>
                <a:t> hỗ trợ</a:t>
              </a:r>
              <a:endParaRPr lang="en-PH" sz="2000" b="1" dirty="0">
                <a:latin typeface="Times New Roman" panose="02020603050405020304" pitchFamily="18" charset="0"/>
                <a:cs typeface="Times New Roman" panose="02020603050405020304" pitchFamily="18" charset="0"/>
              </a:endParaRPr>
            </a:p>
          </p:txBody>
        </p:sp>
        <p:sp>
          <p:nvSpPr>
            <p:cNvPr id="51" name="TextBox 25">
              <a:extLst>
                <a:ext uri="{FF2B5EF4-FFF2-40B4-BE49-F238E27FC236}">
                  <a16:creationId xmlns:a16="http://schemas.microsoft.com/office/drawing/2014/main" id="{441432EF-76FD-9471-68E6-C0DAF90AC909}"/>
                </a:ext>
              </a:extLst>
            </p:cNvPr>
            <p:cNvSpPr txBox="1"/>
            <p:nvPr/>
          </p:nvSpPr>
          <p:spPr>
            <a:xfrm>
              <a:off x="517857" y="1880380"/>
              <a:ext cx="5931056" cy="2246769"/>
            </a:xfrm>
            <a:prstGeom prst="rect">
              <a:avLst/>
            </a:prstGeom>
            <a:noFill/>
          </p:spPr>
          <p:txBody>
            <a:bodyPr wrap="square" rtlCol="0">
              <a:spAutoFit/>
            </a:bodyPr>
            <a:lstStyle/>
            <a:p>
              <a:r>
                <a:rPr lang="vi-VN" sz="2000" dirty="0">
                  <a:latin typeface="Times New Roman" panose="02020603050405020304" pitchFamily="18" charset="0"/>
                  <a:cs typeface="Times New Roman" panose="02020603050405020304" pitchFamily="18" charset="0"/>
                </a:rPr>
                <a:t>    Trong bối cảnh hiện nay, việc quản lý công việc nhóm đóng vai trò then chốt giúp đảm bảo tiến độ, chất lượng và hiệu quả làm việc.</a:t>
              </a:r>
            </a:p>
            <a:p>
              <a:r>
                <a:rPr lang="vi-VN" sz="2000" dirty="0">
                  <a:latin typeface="Times New Roman" panose="02020603050405020304" pitchFamily="18" charset="0"/>
                  <a:cs typeface="Times New Roman" panose="02020603050405020304" pitchFamily="18" charset="0"/>
                </a:rPr>
                <a:t>    Tuy nhiên, trên thực tế, nhiều nhóm sinh viên, doanh nghiệp nhỏ hay tổ chức vẫn còn gặp khó khăn trong việc phân chia công việc, theo dõi tiến độ, trao đổi thông tin và đánh giá kết quả.</a:t>
              </a:r>
              <a:endParaRPr lang="en-PH" sz="20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845774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10000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fill="hold"/>
                                        <p:tgtEl>
                                          <p:spTgt spid="25"/>
                                        </p:tgtEl>
                                        <p:attrNameLst>
                                          <p:attrName>ppt_x</p:attrName>
                                        </p:attrNameLst>
                                      </p:cBhvr>
                                      <p:tavLst>
                                        <p:tav tm="0">
                                          <p:val>
                                            <p:strVal val="1+#ppt_w/2"/>
                                          </p:val>
                                        </p:tav>
                                        <p:tav tm="100000">
                                          <p:val>
                                            <p:strVal val="#ppt_x"/>
                                          </p:val>
                                        </p:tav>
                                      </p:tavLst>
                                    </p:anim>
                                    <p:anim calcmode="lin" valueType="num">
                                      <p:cBhvr additive="base">
                                        <p:cTn id="8" dur="10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000" fill="hold"/>
                                        <p:tgtEl>
                                          <p:spTgt spid="26"/>
                                        </p:tgtEl>
                                        <p:attrNameLst>
                                          <p:attrName>ppt_x</p:attrName>
                                        </p:attrNameLst>
                                      </p:cBhvr>
                                      <p:tavLst>
                                        <p:tav tm="0">
                                          <p:val>
                                            <p:strVal val="1+#ppt_w/2"/>
                                          </p:val>
                                        </p:tav>
                                        <p:tav tm="100000">
                                          <p:val>
                                            <p:strVal val="#ppt_x"/>
                                          </p:val>
                                        </p:tav>
                                      </p:tavLst>
                                    </p:anim>
                                    <p:anim calcmode="lin" valueType="num">
                                      <p:cBhvr additive="base">
                                        <p:cTn id="12"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decel="10000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1000" fill="hold"/>
                                        <p:tgtEl>
                                          <p:spTgt spid="28"/>
                                        </p:tgtEl>
                                        <p:attrNameLst>
                                          <p:attrName>ppt_x</p:attrName>
                                        </p:attrNameLst>
                                      </p:cBhvr>
                                      <p:tavLst>
                                        <p:tav tm="0">
                                          <p:val>
                                            <p:strVal val="1+#ppt_w/2"/>
                                          </p:val>
                                        </p:tav>
                                        <p:tav tm="100000">
                                          <p:val>
                                            <p:strVal val="#ppt_x"/>
                                          </p:val>
                                        </p:tav>
                                      </p:tavLst>
                                    </p:anim>
                                    <p:anim calcmode="lin" valueType="num">
                                      <p:cBhvr additive="base">
                                        <p:cTn id="18" dur="1000" fill="hold"/>
                                        <p:tgtEl>
                                          <p:spTgt spid="28"/>
                                        </p:tgtEl>
                                        <p:attrNameLst>
                                          <p:attrName>ppt_y</p:attrName>
                                        </p:attrNameLst>
                                      </p:cBhvr>
                                      <p:tavLst>
                                        <p:tav tm="0">
                                          <p:val>
                                            <p:strVal val="#ppt_y"/>
                                          </p:val>
                                        </p:tav>
                                        <p:tav tm="100000">
                                          <p:val>
                                            <p:strVal val="#ppt_y"/>
                                          </p:val>
                                        </p:tav>
                                      </p:tavLst>
                                    </p:anim>
                                  </p:childTnLst>
                                </p:cTn>
                              </p:par>
                              <p:par>
                                <p:cTn id="19" presetID="2" presetClass="entr" presetSubtype="2" decel="10000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additive="base">
                                        <p:cTn id="21" dur="1000" fill="hold"/>
                                        <p:tgtEl>
                                          <p:spTgt spid="29"/>
                                        </p:tgtEl>
                                        <p:attrNameLst>
                                          <p:attrName>ppt_x</p:attrName>
                                        </p:attrNameLst>
                                      </p:cBhvr>
                                      <p:tavLst>
                                        <p:tav tm="0">
                                          <p:val>
                                            <p:strVal val="1+#ppt_w/2"/>
                                          </p:val>
                                        </p:tav>
                                        <p:tav tm="100000">
                                          <p:val>
                                            <p:strVal val="#ppt_x"/>
                                          </p:val>
                                        </p:tav>
                                      </p:tavLst>
                                    </p:anim>
                                    <p:anim calcmode="lin" valueType="num">
                                      <p:cBhvr additive="base">
                                        <p:cTn id="22"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10000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1000" fill="hold"/>
                                        <p:tgtEl>
                                          <p:spTgt spid="31"/>
                                        </p:tgtEl>
                                        <p:attrNameLst>
                                          <p:attrName>ppt_x</p:attrName>
                                        </p:attrNameLst>
                                      </p:cBhvr>
                                      <p:tavLst>
                                        <p:tav tm="0">
                                          <p:val>
                                            <p:strVal val="1+#ppt_w/2"/>
                                          </p:val>
                                        </p:tav>
                                        <p:tav tm="100000">
                                          <p:val>
                                            <p:strVal val="#ppt_x"/>
                                          </p:val>
                                        </p:tav>
                                      </p:tavLst>
                                    </p:anim>
                                    <p:anim calcmode="lin" valueType="num">
                                      <p:cBhvr additive="base">
                                        <p:cTn id="28" dur="1000" fill="hold"/>
                                        <p:tgtEl>
                                          <p:spTgt spid="31"/>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1000" fill="hold"/>
                                        <p:tgtEl>
                                          <p:spTgt spid="32"/>
                                        </p:tgtEl>
                                        <p:attrNameLst>
                                          <p:attrName>ppt_x</p:attrName>
                                        </p:attrNameLst>
                                      </p:cBhvr>
                                      <p:tavLst>
                                        <p:tav tm="0">
                                          <p:val>
                                            <p:strVal val="1+#ppt_w/2"/>
                                          </p:val>
                                        </p:tav>
                                        <p:tav tm="100000">
                                          <p:val>
                                            <p:strVal val="#ppt_x"/>
                                          </p:val>
                                        </p:tav>
                                      </p:tavLst>
                                    </p:anim>
                                    <p:anim calcmode="lin" valueType="num">
                                      <p:cBhvr additive="base">
                                        <p:cTn id="32" dur="10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decel="10000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1000" fill="hold"/>
                                        <p:tgtEl>
                                          <p:spTgt spid="34"/>
                                        </p:tgtEl>
                                        <p:attrNameLst>
                                          <p:attrName>ppt_x</p:attrName>
                                        </p:attrNameLst>
                                      </p:cBhvr>
                                      <p:tavLst>
                                        <p:tav tm="0">
                                          <p:val>
                                            <p:strVal val="1+#ppt_w/2"/>
                                          </p:val>
                                        </p:tav>
                                        <p:tav tm="100000">
                                          <p:val>
                                            <p:strVal val="#ppt_x"/>
                                          </p:val>
                                        </p:tav>
                                      </p:tavLst>
                                    </p:anim>
                                    <p:anim calcmode="lin" valueType="num">
                                      <p:cBhvr additive="base">
                                        <p:cTn id="38" dur="1000" fill="hold"/>
                                        <p:tgtEl>
                                          <p:spTgt spid="34"/>
                                        </p:tgtEl>
                                        <p:attrNameLst>
                                          <p:attrName>ppt_y</p:attrName>
                                        </p:attrNameLst>
                                      </p:cBhvr>
                                      <p:tavLst>
                                        <p:tav tm="0">
                                          <p:val>
                                            <p:strVal val="#ppt_y"/>
                                          </p:val>
                                        </p:tav>
                                        <p:tav tm="100000">
                                          <p:val>
                                            <p:strVal val="#ppt_y"/>
                                          </p:val>
                                        </p:tav>
                                      </p:tavLst>
                                    </p:anim>
                                  </p:childTnLst>
                                </p:cTn>
                              </p:par>
                              <p:par>
                                <p:cTn id="39" presetID="2" presetClass="entr" presetSubtype="2" decel="10000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1000" fill="hold"/>
                                        <p:tgtEl>
                                          <p:spTgt spid="35"/>
                                        </p:tgtEl>
                                        <p:attrNameLst>
                                          <p:attrName>ppt_x</p:attrName>
                                        </p:attrNameLst>
                                      </p:cBhvr>
                                      <p:tavLst>
                                        <p:tav tm="0">
                                          <p:val>
                                            <p:strVal val="1+#ppt_w/2"/>
                                          </p:val>
                                        </p:tav>
                                        <p:tav tm="100000">
                                          <p:val>
                                            <p:strVal val="#ppt_x"/>
                                          </p:val>
                                        </p:tav>
                                      </p:tavLst>
                                    </p:anim>
                                    <p:anim calcmode="lin" valueType="num">
                                      <p:cBhvr additive="base">
                                        <p:cTn id="42" dur="10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P spid="29" grpId="0"/>
      <p:bldP spid="31" grpId="0" animBg="1"/>
      <p:bldP spid="32" grpId="0"/>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F8FA672D-B2D5-46F8-85D9-E0BD13D95D9F}"/>
              </a:ext>
            </a:extLst>
          </p:cNvPr>
          <p:cNvGrpSpPr/>
          <p:nvPr/>
        </p:nvGrpSpPr>
        <p:grpSpPr>
          <a:xfrm>
            <a:off x="-6365896" y="1311212"/>
            <a:ext cx="5928271" cy="4980731"/>
            <a:chOff x="505185" y="1311212"/>
            <a:chExt cx="5928271" cy="4980731"/>
          </a:xfrm>
        </p:grpSpPr>
        <p:sp>
          <p:nvSpPr>
            <p:cNvPr id="20" name="Rectangle: Rounded Corners 19">
              <a:extLst>
                <a:ext uri="{FF2B5EF4-FFF2-40B4-BE49-F238E27FC236}">
                  <a16:creationId xmlns:a16="http://schemas.microsoft.com/office/drawing/2014/main" id="{14936272-D930-4D13-B35E-653478DB0C26}"/>
                </a:ext>
              </a:extLst>
            </p:cNvPr>
            <p:cNvSpPr/>
            <p:nvPr/>
          </p:nvSpPr>
          <p:spPr>
            <a:xfrm>
              <a:off x="505185" y="1311212"/>
              <a:ext cx="5928271" cy="4980731"/>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22" name="Picture 21" descr="Logo&#10;&#10;Description automatically generated">
              <a:extLst>
                <a:ext uri="{FF2B5EF4-FFF2-40B4-BE49-F238E27FC236}">
                  <a16:creationId xmlns:a16="http://schemas.microsoft.com/office/drawing/2014/main" id="{744E1DD8-9595-4BE7-A92E-BA1418E362E0}"/>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55750" y1="49333" x2="60625" y2="59333"/>
                          <a14:backgroundMark x1="39500" y1="70833" x2="39500" y2="70833"/>
                        </a14:backgroundRemoval>
                      </a14:imgEffect>
                    </a14:imgLayer>
                  </a14:imgProps>
                </a:ext>
                <a:ext uri="{28A0092B-C50C-407E-A947-70E740481C1C}">
                  <a14:useLocalDpi xmlns:a14="http://schemas.microsoft.com/office/drawing/2010/main" val="0"/>
                </a:ext>
              </a:extLst>
            </a:blip>
            <a:srcRect l="28690" t="21587" r="28572" b="23651"/>
            <a:stretch/>
          </p:blipFill>
          <p:spPr>
            <a:xfrm>
              <a:off x="631372" y="1439718"/>
              <a:ext cx="500743" cy="481215"/>
            </a:xfrm>
            <a:prstGeom prst="rect">
              <a:avLst/>
            </a:prstGeom>
          </p:spPr>
        </p:pic>
      </p:grpSp>
      <p:sp>
        <p:nvSpPr>
          <p:cNvPr id="25" name="Rectangle: Folded Corner 24">
            <a:extLst>
              <a:ext uri="{FF2B5EF4-FFF2-40B4-BE49-F238E27FC236}">
                <a16:creationId xmlns:a16="http://schemas.microsoft.com/office/drawing/2014/main" id="{5599B663-3C1F-4573-8B4A-87A39C2FDEE9}"/>
              </a:ext>
            </a:extLst>
          </p:cNvPr>
          <p:cNvSpPr/>
          <p:nvPr/>
        </p:nvSpPr>
        <p:spPr>
          <a:xfrm>
            <a:off x="3743794" y="3100161"/>
            <a:ext cx="5438305" cy="2075243"/>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6" name="TextBox 25">
            <a:extLst>
              <a:ext uri="{FF2B5EF4-FFF2-40B4-BE49-F238E27FC236}">
                <a16:creationId xmlns:a16="http://schemas.microsoft.com/office/drawing/2014/main" id="{45F6FEB1-4796-46E2-A4DA-5C9E57A12C77}"/>
              </a:ext>
            </a:extLst>
          </p:cNvPr>
          <p:cNvSpPr txBox="1"/>
          <p:nvPr/>
        </p:nvSpPr>
        <p:spPr>
          <a:xfrm>
            <a:off x="4292600" y="3421078"/>
            <a:ext cx="4564032" cy="1200329"/>
          </a:xfrm>
          <a:prstGeom prst="rect">
            <a:avLst/>
          </a:prstGeom>
          <a:noFill/>
        </p:spPr>
        <p:txBody>
          <a:bodyPr wrap="square" rtlCol="0">
            <a:spAutoFit/>
          </a:bodyPr>
          <a:lstStyle/>
          <a:p>
            <a:r>
              <a:rPr lang="vi-VN" sz="3600" b="1" dirty="0">
                <a:solidFill>
                  <a:schemeClr val="bg1"/>
                </a:solidFill>
                <a:latin typeface="Times New Roman" panose="02020603050405020304" pitchFamily="18" charset="0"/>
                <a:cs typeface="Times New Roman" panose="02020603050405020304" pitchFamily="18" charset="0"/>
              </a:rPr>
              <a:t>1, Công nghệ sử dụng, Kiến trúc hệ thống</a:t>
            </a:r>
            <a:endParaRPr lang="en-PH" sz="3600" dirty="0">
              <a:solidFill>
                <a:schemeClr val="bg1"/>
              </a:solidFill>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B6463E7D-8203-4458-9CEA-045EFE490F32}"/>
              </a:ext>
            </a:extLst>
          </p:cNvPr>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42" name="Group 41">
            <a:extLst>
              <a:ext uri="{FF2B5EF4-FFF2-40B4-BE49-F238E27FC236}">
                <a16:creationId xmlns:a16="http://schemas.microsoft.com/office/drawing/2014/main" id="{D0FBBFA7-A253-47F9-8FF6-6E5D29AE73D6}"/>
              </a:ext>
            </a:extLst>
          </p:cNvPr>
          <p:cNvGrpSpPr/>
          <p:nvPr/>
        </p:nvGrpSpPr>
        <p:grpSpPr>
          <a:xfrm rot="5400000" flipV="1">
            <a:off x="-3352257" y="3352257"/>
            <a:ext cx="6858002" cy="153487"/>
            <a:chOff x="-1" y="6732587"/>
            <a:chExt cx="12192000" cy="127731"/>
          </a:xfrm>
        </p:grpSpPr>
        <p:sp>
          <p:nvSpPr>
            <p:cNvPr id="43" name="Rectangle 42">
              <a:extLst>
                <a:ext uri="{FF2B5EF4-FFF2-40B4-BE49-F238E27FC236}">
                  <a16:creationId xmlns:a16="http://schemas.microsoft.com/office/drawing/2014/main" id="{9DEC9FC8-1394-4560-8C55-C0A956EC05A4}"/>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4" name="Rectangle 43">
              <a:extLst>
                <a:ext uri="{FF2B5EF4-FFF2-40B4-BE49-F238E27FC236}">
                  <a16:creationId xmlns:a16="http://schemas.microsoft.com/office/drawing/2014/main" id="{9FF6E7E3-41FC-4278-ADFA-5A6B603B6DF5}"/>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5" name="Rectangle 44">
              <a:extLst>
                <a:ext uri="{FF2B5EF4-FFF2-40B4-BE49-F238E27FC236}">
                  <a16:creationId xmlns:a16="http://schemas.microsoft.com/office/drawing/2014/main" id="{0A510759-5480-4503-9C7A-8AAFAC876B78}"/>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6" name="Rectangle 45">
              <a:extLst>
                <a:ext uri="{FF2B5EF4-FFF2-40B4-BE49-F238E27FC236}">
                  <a16:creationId xmlns:a16="http://schemas.microsoft.com/office/drawing/2014/main" id="{56020BDE-B35D-46B8-8F61-FFBE29B1DC51}"/>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pic>
        <p:nvPicPr>
          <p:cNvPr id="47" name="Picture 46" descr="Chart, logo, company name, bubble chart&#10;&#10;Description automatically generated">
            <a:extLst>
              <a:ext uri="{FF2B5EF4-FFF2-40B4-BE49-F238E27FC236}">
                <a16:creationId xmlns:a16="http://schemas.microsoft.com/office/drawing/2014/main" id="{E7E9B70A-56C7-4290-B2AE-3E536C91A60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rot="19778565">
            <a:off x="2354207" y="2357787"/>
            <a:ext cx="951034" cy="799965"/>
          </a:xfrm>
          <a:prstGeom prst="rect">
            <a:avLst/>
          </a:prstGeom>
        </p:spPr>
      </p:pic>
      <p:pic>
        <p:nvPicPr>
          <p:cNvPr id="48" name="Picture 47" descr="Chart, logo, company name, bubble chart&#10;&#10;Description automatically generated">
            <a:extLst>
              <a:ext uri="{FF2B5EF4-FFF2-40B4-BE49-F238E27FC236}">
                <a16:creationId xmlns:a16="http://schemas.microsoft.com/office/drawing/2014/main" id="{CDE89A90-6557-45A8-B775-3CC5B170D8BE}"/>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9900901" y="2018748"/>
            <a:ext cx="799475" cy="784100"/>
          </a:xfrm>
          <a:prstGeom prst="rect">
            <a:avLst/>
          </a:prstGeom>
        </p:spPr>
      </p:pic>
      <p:pic>
        <p:nvPicPr>
          <p:cNvPr id="49" name="Picture 48" descr="Chart, logo, company name, bubble chart&#10;&#10;Description automatically generated">
            <a:extLst>
              <a:ext uri="{FF2B5EF4-FFF2-40B4-BE49-F238E27FC236}">
                <a16:creationId xmlns:a16="http://schemas.microsoft.com/office/drawing/2014/main" id="{BCB78703-1A62-4783-A9AC-D3E2E93CCF0A}"/>
              </a:ext>
            </a:extLst>
          </p:cNvPr>
          <p:cNvPicPr>
            <a:picLocks noChangeAspect="1"/>
          </p:cNvPicPr>
          <p:nvPr/>
        </p:nvPicPr>
        <p:blipFill rotWithShape="1">
          <a:blip r:embed="rId7">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rot="946486">
            <a:off x="1760904" y="4728050"/>
            <a:ext cx="912707" cy="740559"/>
          </a:xfrm>
          <a:prstGeom prst="rect">
            <a:avLst/>
          </a:prstGeom>
        </p:spPr>
      </p:pic>
      <p:pic>
        <p:nvPicPr>
          <p:cNvPr id="50" name="Picture 49" descr="Chart, logo, company name, bubble chart&#10;&#10;Description automatically generated">
            <a:extLst>
              <a:ext uri="{FF2B5EF4-FFF2-40B4-BE49-F238E27FC236}">
                <a16:creationId xmlns:a16="http://schemas.microsoft.com/office/drawing/2014/main" id="{B21DDDA5-AF7F-4A03-BD10-5AEF7781D51A}"/>
              </a:ext>
            </a:extLst>
          </p:cNvPr>
          <p:cNvPicPr>
            <a:picLocks noChangeAspect="1"/>
          </p:cNvPicPr>
          <p:nvPr/>
        </p:nvPicPr>
        <p:blipFill rotWithShape="1">
          <a:blip r:embed="rId8">
            <a:extLst>
              <a:ext uri="{BEBA8EAE-BF5A-486C-A8C5-ECC9F3942E4B}">
                <a14:imgProps xmlns:a14="http://schemas.microsoft.com/office/drawing/2010/main">
                  <a14:imgLayer r:embed="rId5">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rot="20058234">
            <a:off x="9050661" y="4972415"/>
            <a:ext cx="795115" cy="775722"/>
          </a:xfrm>
          <a:prstGeom prst="rect">
            <a:avLst/>
          </a:prstGeom>
        </p:spPr>
      </p:pic>
      <p:pic>
        <p:nvPicPr>
          <p:cNvPr id="51" name="Picture 50" descr="Chart, logo, company name, bubble chart&#10;&#10;Description automatically generated">
            <a:extLst>
              <a:ext uri="{FF2B5EF4-FFF2-40B4-BE49-F238E27FC236}">
                <a16:creationId xmlns:a16="http://schemas.microsoft.com/office/drawing/2014/main" id="{C780AF7D-5599-48EB-9462-F4AA922F88BD}"/>
              </a:ext>
            </a:extLst>
          </p:cNvPr>
          <p:cNvPicPr>
            <a:picLocks noChangeAspect="1"/>
          </p:cNvPicPr>
          <p:nvPr/>
        </p:nvPicPr>
        <p:blipFill rotWithShape="1">
          <a:blip r:embed="rId9">
            <a:extLst>
              <a:ext uri="{BEBA8EAE-BF5A-486C-A8C5-ECC9F3942E4B}">
                <a14:imgProps xmlns:a14="http://schemas.microsoft.com/office/drawing/2010/main">
                  <a14:imgLayer r:embed="rId5">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19651691">
            <a:off x="5328691" y="5499448"/>
            <a:ext cx="744261" cy="789097"/>
          </a:xfrm>
          <a:prstGeom prst="rect">
            <a:avLst/>
          </a:prstGeom>
        </p:spPr>
      </p:pic>
      <p:pic>
        <p:nvPicPr>
          <p:cNvPr id="52" name="Picture 51" descr="Chart, logo, company name, bubble chart&#10;&#10;Description automatically generated">
            <a:extLst>
              <a:ext uri="{FF2B5EF4-FFF2-40B4-BE49-F238E27FC236}">
                <a16:creationId xmlns:a16="http://schemas.microsoft.com/office/drawing/2014/main" id="{9A44F3B0-B2F8-4319-B50E-F8554A09B8C1}"/>
              </a:ext>
            </a:extLst>
          </p:cNvPr>
          <p:cNvPicPr>
            <a:picLocks noChangeAspect="1"/>
          </p:cNvPicPr>
          <p:nvPr/>
        </p:nvPicPr>
        <p:blipFill rotWithShape="1">
          <a:blip r:embed="rId10">
            <a:extLst>
              <a:ext uri="{BEBA8EAE-BF5A-486C-A8C5-ECC9F3942E4B}">
                <a14:imgProps xmlns:a14="http://schemas.microsoft.com/office/drawing/2010/main">
                  <a14:imgLayer r:embed="rId5">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rot="20440538">
            <a:off x="5829418" y="1817226"/>
            <a:ext cx="722489" cy="900224"/>
          </a:xfrm>
          <a:prstGeom prst="rect">
            <a:avLst/>
          </a:prstGeom>
        </p:spPr>
      </p:pic>
      <p:sp>
        <p:nvSpPr>
          <p:cNvPr id="36" name="Rectangle: Folded Corner 35">
            <a:extLst>
              <a:ext uri="{FF2B5EF4-FFF2-40B4-BE49-F238E27FC236}">
                <a16:creationId xmlns:a16="http://schemas.microsoft.com/office/drawing/2014/main" id="{33541147-44F1-4911-A9E0-B4F9AB97DC59}"/>
              </a:ext>
            </a:extLst>
          </p:cNvPr>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TextBox 36">
            <a:extLst>
              <a:ext uri="{FF2B5EF4-FFF2-40B4-BE49-F238E27FC236}">
                <a16:creationId xmlns:a16="http://schemas.microsoft.com/office/drawing/2014/main" id="{B69AEF04-28DC-4B17-8F7D-6DD31BCB3B13}"/>
              </a:ext>
            </a:extLst>
          </p:cNvPr>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SVN-Product Sans" panose="020B0403030502040203" pitchFamily="34" charset="0"/>
              </a:rPr>
              <a:t>Nội dung 2</a:t>
            </a:r>
            <a:endParaRPr lang="en-PH" sz="2000" dirty="0">
              <a:solidFill>
                <a:schemeClr val="bg1"/>
              </a:solidFill>
              <a:latin typeface="SVN-Product Sans" panose="020B0403030502040203" pitchFamily="34" charset="0"/>
            </a:endParaRPr>
          </a:p>
        </p:txBody>
      </p:sp>
      <p:sp>
        <p:nvSpPr>
          <p:cNvPr id="38" name="Rectangle: Folded Corner 37">
            <a:extLst>
              <a:ext uri="{FF2B5EF4-FFF2-40B4-BE49-F238E27FC236}">
                <a16:creationId xmlns:a16="http://schemas.microsoft.com/office/drawing/2014/main" id="{9A9E691B-7C86-4546-8C30-65511A652C98}"/>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9" name="TextBox 38">
            <a:extLst>
              <a:ext uri="{FF2B5EF4-FFF2-40B4-BE49-F238E27FC236}">
                <a16:creationId xmlns:a16="http://schemas.microsoft.com/office/drawing/2014/main" id="{2B9645CE-A4B8-4969-B8D1-8C49A36B9C6B}"/>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SVN-Product Sans" panose="020B0403030502040203" pitchFamily="34" charset="0"/>
              </a:rPr>
              <a:t>Nội dung 3</a:t>
            </a:r>
            <a:endParaRPr lang="en-PH" sz="2000" dirty="0">
              <a:solidFill>
                <a:schemeClr val="bg1"/>
              </a:solidFill>
              <a:latin typeface="SVN-Product Sans" panose="020B0403030502040203" pitchFamily="34" charset="0"/>
            </a:endParaRPr>
          </a:p>
        </p:txBody>
      </p:sp>
      <p:sp>
        <p:nvSpPr>
          <p:cNvPr id="40" name="Rectangle: Folded Corner 39">
            <a:extLst>
              <a:ext uri="{FF2B5EF4-FFF2-40B4-BE49-F238E27FC236}">
                <a16:creationId xmlns:a16="http://schemas.microsoft.com/office/drawing/2014/main" id="{0D1F0D08-AD19-48FF-8FBF-7FC0D9D2CFC9}"/>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3" name="TextBox 52">
            <a:extLst>
              <a:ext uri="{FF2B5EF4-FFF2-40B4-BE49-F238E27FC236}">
                <a16:creationId xmlns:a16="http://schemas.microsoft.com/office/drawing/2014/main" id="{B1F719B9-B87A-4627-A948-7D4F1D1D9829}"/>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SVN-Product Sans" panose="020B0403030502040203" pitchFamily="34" charset="0"/>
              </a:rPr>
              <a:t>Nội dung 4</a:t>
            </a:r>
            <a:endParaRPr lang="en-PH" sz="2000" dirty="0">
              <a:solidFill>
                <a:schemeClr val="bg1"/>
              </a:solidFill>
              <a:latin typeface="SVN-Product Sans" panose="020B0403030502040203" pitchFamily="34" charset="0"/>
            </a:endParaRPr>
          </a:p>
        </p:txBody>
      </p:sp>
      <p:sp>
        <p:nvSpPr>
          <p:cNvPr id="64" name="Rectangle 63">
            <a:extLst>
              <a:ext uri="{FF2B5EF4-FFF2-40B4-BE49-F238E27FC236}">
                <a16:creationId xmlns:a16="http://schemas.microsoft.com/office/drawing/2014/main" id="{F143A128-3C17-4B5C-9EAE-D5212C16DA10}"/>
              </a:ext>
            </a:extLst>
          </p:cNvPr>
          <p:cNvSpPr/>
          <p:nvPr/>
        </p:nvSpPr>
        <p:spPr>
          <a:xfrm>
            <a:off x="150703" y="195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65" name="Group 64">
            <a:extLst>
              <a:ext uri="{FF2B5EF4-FFF2-40B4-BE49-F238E27FC236}">
                <a16:creationId xmlns:a16="http://schemas.microsoft.com/office/drawing/2014/main" id="{7F82BBAC-D977-468B-AD77-342DE854225B}"/>
              </a:ext>
            </a:extLst>
          </p:cNvPr>
          <p:cNvGrpSpPr/>
          <p:nvPr/>
        </p:nvGrpSpPr>
        <p:grpSpPr>
          <a:xfrm>
            <a:off x="3065043" y="346935"/>
            <a:ext cx="6654018" cy="550671"/>
            <a:chOff x="2768991" y="3077691"/>
            <a:chExt cx="6654018" cy="550671"/>
          </a:xfrm>
        </p:grpSpPr>
        <p:sp>
          <p:nvSpPr>
            <p:cNvPr id="66" name="Rectangle: Rounded Corners 65">
              <a:extLst>
                <a:ext uri="{FF2B5EF4-FFF2-40B4-BE49-F238E27FC236}">
                  <a16:creationId xmlns:a16="http://schemas.microsoft.com/office/drawing/2014/main" id="{8C349510-4FCE-42CD-927E-BF4D16E718FC}"/>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67" name="Picture 66">
              <a:extLst>
                <a:ext uri="{FF2B5EF4-FFF2-40B4-BE49-F238E27FC236}">
                  <a16:creationId xmlns:a16="http://schemas.microsoft.com/office/drawing/2014/main" id="{7E51F026-6863-4779-A4D7-E6BAB4F66ED7}"/>
                </a:ext>
              </a:extLst>
            </p:cNvPr>
            <p:cNvPicPr>
              <a:picLocks noChangeAspect="1"/>
            </p:cNvPicPr>
            <p:nvPr/>
          </p:nvPicPr>
          <p:blipFill>
            <a:blip r:embed="rId1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68" name="Picture 67" descr="Icon&#10;&#10;Description automatically generated">
              <a:extLst>
                <a:ext uri="{FF2B5EF4-FFF2-40B4-BE49-F238E27FC236}">
                  <a16:creationId xmlns:a16="http://schemas.microsoft.com/office/drawing/2014/main" id="{F70E97AF-2F59-4143-8F0E-582130EC0B1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69" name="TextBox 68">
            <a:extLst>
              <a:ext uri="{FF2B5EF4-FFF2-40B4-BE49-F238E27FC236}">
                <a16:creationId xmlns:a16="http://schemas.microsoft.com/office/drawing/2014/main" id="{E55783FA-2A2F-47D6-886C-026AFAF1D015}"/>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mj-lt"/>
              </a:rPr>
              <a:t>Nhóm 4</a:t>
            </a:r>
            <a:endParaRPr lang="en-PH" sz="3600" b="1" dirty="0">
              <a:solidFill>
                <a:srgbClr val="2EA54E"/>
              </a:solidFill>
              <a:latin typeface="+mj-lt"/>
            </a:endParaRPr>
          </a:p>
          <a:p>
            <a:pPr algn="ctr"/>
            <a:endParaRPr lang="en-PH" sz="900" dirty="0">
              <a:latin typeface="+mj-lt"/>
            </a:endParaRPr>
          </a:p>
        </p:txBody>
      </p:sp>
      <p:sp>
        <p:nvSpPr>
          <p:cNvPr id="70" name="TextBox 69">
            <a:extLst>
              <a:ext uri="{FF2B5EF4-FFF2-40B4-BE49-F238E27FC236}">
                <a16:creationId xmlns:a16="http://schemas.microsoft.com/office/drawing/2014/main" id="{976270F2-C1C4-4D4B-9F58-BEED304F4A79}"/>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sp>
        <p:nvSpPr>
          <p:cNvPr id="71" name="Oval 70">
            <a:extLst>
              <a:ext uri="{FF2B5EF4-FFF2-40B4-BE49-F238E27FC236}">
                <a16:creationId xmlns:a16="http://schemas.microsoft.com/office/drawing/2014/main" id="{42144100-7336-4601-8789-C14065A818ED}"/>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2" name="Oval 71">
            <a:extLst>
              <a:ext uri="{FF2B5EF4-FFF2-40B4-BE49-F238E27FC236}">
                <a16:creationId xmlns:a16="http://schemas.microsoft.com/office/drawing/2014/main" id="{9A2E1E3C-ADB0-438A-B61D-FD8069B92CFE}"/>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3" name="Oval 72">
            <a:extLst>
              <a:ext uri="{FF2B5EF4-FFF2-40B4-BE49-F238E27FC236}">
                <a16:creationId xmlns:a16="http://schemas.microsoft.com/office/drawing/2014/main" id="{499FFCE0-FC22-430D-A79D-FA7E1659D4BC}"/>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249433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6" name="Rectangle: Folded Corner 25">
            <a:extLst>
              <a:ext uri="{FF2B5EF4-FFF2-40B4-BE49-F238E27FC236}">
                <a16:creationId xmlns:a16="http://schemas.microsoft.com/office/drawing/2014/main" id="{23AC9D37-7028-4836-A9C4-D4E7C939E44D}"/>
              </a:ext>
            </a:extLst>
          </p:cNvPr>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8829616-B0BD-43B9-A99C-D38B81171A0D}"/>
              </a:ext>
            </a:extLst>
          </p:cNvPr>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2</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29" name="Rectangle: Folded Corner 28">
            <a:extLst>
              <a:ext uri="{FF2B5EF4-FFF2-40B4-BE49-F238E27FC236}">
                <a16:creationId xmlns:a16="http://schemas.microsoft.com/office/drawing/2014/main" id="{BACF24AC-C0B8-4A8C-94A3-35BF618BB058}"/>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3</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9978473-FCC1-417F-98E3-C1530E484C89}"/>
              </a:ext>
            </a:extLst>
          </p:cNvPr>
          <p:cNvSpPr/>
          <p:nvPr/>
        </p:nvSpPr>
        <p:spPr>
          <a:xfrm>
            <a:off x="442856" y="1303651"/>
            <a:ext cx="9005362"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5" name="Rectangle: Folded Corner 44">
            <a:extLst>
              <a:ext uri="{FF2B5EF4-FFF2-40B4-BE49-F238E27FC236}">
                <a16:creationId xmlns:a16="http://schemas.microsoft.com/office/drawing/2014/main" id="{36DE8F35-E12A-4B15-B816-D87A2BAED9AF}"/>
              </a:ext>
            </a:extLst>
          </p:cNvPr>
          <p:cNvSpPr/>
          <p:nvPr/>
        </p:nvSpPr>
        <p:spPr>
          <a:xfrm>
            <a:off x="440071" y="1303651"/>
            <a:ext cx="5043544"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CB6CD49-9724-4597-A133-A2C541A234AD}"/>
              </a:ext>
            </a:extLst>
          </p:cNvPr>
          <p:cNvSpPr txBox="1"/>
          <p:nvPr/>
        </p:nvSpPr>
        <p:spPr>
          <a:xfrm>
            <a:off x="510274" y="1389073"/>
            <a:ext cx="5192984" cy="707886"/>
          </a:xfrm>
          <a:prstGeom prst="rect">
            <a:avLst/>
          </a:prstGeom>
          <a:noFill/>
        </p:spPr>
        <p:txBody>
          <a:bodyPr wrap="square" rtlCol="0">
            <a:spAutoFit/>
          </a:bodyPr>
          <a:lstStyle/>
          <a:p>
            <a:r>
              <a:rPr lang="vi-VN" sz="2000" b="1" dirty="0">
                <a:solidFill>
                  <a:schemeClr val="bg1"/>
                </a:solidFill>
                <a:latin typeface="Times New Roman" panose="02020603050405020304" pitchFamily="18" charset="0"/>
                <a:cs typeface="Times New Roman" panose="02020603050405020304" pitchFamily="18" charset="0"/>
              </a:rPr>
              <a:t>Công nghệ sử dụng</a:t>
            </a:r>
            <a:endParaRPr lang="en-PH" sz="2000" dirty="0">
              <a:solidFill>
                <a:schemeClr val="bg1"/>
              </a:solidFill>
              <a:latin typeface="Times New Roman" panose="02020603050405020304" pitchFamily="18" charset="0"/>
              <a:cs typeface="Times New Roman" panose="02020603050405020304" pitchFamily="18" charset="0"/>
            </a:endParaRPr>
          </a:p>
          <a:p>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0B6253DC-253E-4C34-964D-DFE9934EF3B3}"/>
              </a:ext>
            </a:extLst>
          </p:cNvPr>
          <p:cNvSpPr/>
          <p:nvPr/>
        </p:nvSpPr>
        <p:spPr>
          <a:xfrm>
            <a:off x="127845" y="-2138"/>
            <a:ext cx="12064155" cy="1139459"/>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765ED49F-4CFB-4AD7-A601-0EBD6CE458E4}"/>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EA4335"/>
                </a:solidFill>
                <a:latin typeface="Times New Roman" panose="02020603050405020304" pitchFamily="18" charset="0"/>
                <a:cs typeface="Times New Roman" panose="02020603050405020304" pitchFamily="18" charset="0"/>
              </a:rPr>
              <a:t>Nhóm 4</a:t>
            </a:r>
            <a:endParaRPr lang="en-PH" sz="3600" b="1" dirty="0">
              <a:solidFill>
                <a:srgbClr val="EA4335"/>
              </a:solidFill>
              <a:latin typeface="Times New Roman" panose="02020603050405020304" pitchFamily="18" charset="0"/>
              <a:cs typeface="Times New Roman" panose="02020603050405020304" pitchFamily="18" charset="0"/>
            </a:endParaRPr>
          </a:p>
          <a:p>
            <a:pPr algn="ctr"/>
            <a:endParaRPr lang="en-PH" sz="900" dirty="0">
              <a:solidFill>
                <a:srgbClr val="EA4335"/>
              </a:solidFill>
              <a:latin typeface="Times New Roman" panose="02020603050405020304" pitchFamily="18" charset="0"/>
              <a:cs typeface="Times New Roman" panose="02020603050405020304" pitchFamily="18" charset="0"/>
            </a:endParaRPr>
          </a:p>
        </p:txBody>
      </p:sp>
      <p:sp>
        <p:nvSpPr>
          <p:cNvPr id="64" name="Oval 63">
            <a:extLst>
              <a:ext uri="{FF2B5EF4-FFF2-40B4-BE49-F238E27FC236}">
                <a16:creationId xmlns:a16="http://schemas.microsoft.com/office/drawing/2014/main" id="{46E58F87-C749-489B-9CF5-74FA2F0EC30B}"/>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5" name="Oval 64">
            <a:extLst>
              <a:ext uri="{FF2B5EF4-FFF2-40B4-BE49-F238E27FC236}">
                <a16:creationId xmlns:a16="http://schemas.microsoft.com/office/drawing/2014/main" id="{306E5370-C46C-40B2-936F-FC8E274C2600}"/>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6" name="Oval 65">
            <a:extLst>
              <a:ext uri="{FF2B5EF4-FFF2-40B4-BE49-F238E27FC236}">
                <a16:creationId xmlns:a16="http://schemas.microsoft.com/office/drawing/2014/main" id="{1567B3A7-7256-4EF9-B719-142B4DD613C0}"/>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67" name="Group 66">
            <a:extLst>
              <a:ext uri="{FF2B5EF4-FFF2-40B4-BE49-F238E27FC236}">
                <a16:creationId xmlns:a16="http://schemas.microsoft.com/office/drawing/2014/main" id="{F3CF105F-D06B-4E94-8723-2C41758990E4}"/>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A298442C-A06F-4BA9-AF66-D46DFE41A9C5}"/>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69" name="Picture 68">
              <a:extLst>
                <a:ext uri="{FF2B5EF4-FFF2-40B4-BE49-F238E27FC236}">
                  <a16:creationId xmlns:a16="http://schemas.microsoft.com/office/drawing/2014/main" id="{B9BAFF19-28A5-44F1-8F01-BE66168845AB}"/>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BF455F5F-F46D-443A-88BD-5671B9EEA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3D083AB5-CD1D-4C78-BE9D-60681428B025}"/>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72" name="Group 71">
            <a:extLst>
              <a:ext uri="{FF2B5EF4-FFF2-40B4-BE49-F238E27FC236}">
                <a16:creationId xmlns:a16="http://schemas.microsoft.com/office/drawing/2014/main" id="{3FEFCBA7-5B67-4A6E-B963-8C5B61EC0390}"/>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35E3E172-30B2-4F3D-9933-610CB2AF67B0}"/>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4" name="Rectangle 73">
              <a:extLst>
                <a:ext uri="{FF2B5EF4-FFF2-40B4-BE49-F238E27FC236}">
                  <a16:creationId xmlns:a16="http://schemas.microsoft.com/office/drawing/2014/main" id="{86B5A940-4AB2-4425-9AA7-A5C8FDE4DA23}"/>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06CAF04A-0AA9-40B5-B793-36A96E918E35}"/>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6" name="Rectangle 75">
              <a:extLst>
                <a:ext uri="{FF2B5EF4-FFF2-40B4-BE49-F238E27FC236}">
                  <a16:creationId xmlns:a16="http://schemas.microsoft.com/office/drawing/2014/main" id="{8572B39C-3405-445B-A5BF-543FCEBA6443}"/>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77" name="Picture 76" descr="Chart, logo, company name, bubble chart&#10;&#10;Description automatically generated">
            <a:extLst>
              <a:ext uri="{FF2B5EF4-FFF2-40B4-BE49-F238E27FC236}">
                <a16:creationId xmlns:a16="http://schemas.microsoft.com/office/drawing/2014/main" id="{72B68CF6-AA22-4D5F-A1C8-280F446398F2}"/>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rot="19778565">
            <a:off x="9585169" y="1119484"/>
            <a:ext cx="951034" cy="799965"/>
          </a:xfrm>
          <a:prstGeom prst="rect">
            <a:avLst/>
          </a:prstGeom>
        </p:spPr>
      </p:pic>
      <p:pic>
        <p:nvPicPr>
          <p:cNvPr id="78" name="Picture 77" descr="Chart, logo, company name, bubble chart&#10;&#10;Description automatically generated">
            <a:extLst>
              <a:ext uri="{FF2B5EF4-FFF2-40B4-BE49-F238E27FC236}">
                <a16:creationId xmlns:a16="http://schemas.microsoft.com/office/drawing/2014/main" id="{495BD481-B5A4-494D-A02F-C0FCF196C2AA}"/>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0789844" y="1639545"/>
            <a:ext cx="799475" cy="784100"/>
          </a:xfrm>
          <a:prstGeom prst="rect">
            <a:avLst/>
          </a:prstGeom>
        </p:spPr>
      </p:pic>
      <p:pic>
        <p:nvPicPr>
          <p:cNvPr id="79" name="Picture 78" descr="Chart, logo, company name, bubble chart&#10;&#10;Description automatically generated">
            <a:extLst>
              <a:ext uri="{FF2B5EF4-FFF2-40B4-BE49-F238E27FC236}">
                <a16:creationId xmlns:a16="http://schemas.microsoft.com/office/drawing/2014/main" id="{7DA7F71D-D982-4824-9EB0-3AC967EDBE77}"/>
              </a:ext>
            </a:extLst>
          </p:cNvPr>
          <p:cNvPicPr>
            <a:picLocks noChangeAspect="1"/>
          </p:cNvPicPr>
          <p:nvPr/>
        </p:nvPicPr>
        <p:blipFill rotWithShape="1">
          <a:blip r:embed="rId7">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rot="946486">
            <a:off x="9751337" y="2480103"/>
            <a:ext cx="912707" cy="740559"/>
          </a:xfrm>
          <a:prstGeom prst="rect">
            <a:avLst/>
          </a:prstGeom>
        </p:spPr>
      </p:pic>
      <p:pic>
        <p:nvPicPr>
          <p:cNvPr id="80" name="Picture 79" descr="Chart, logo, company name, bubble chart&#10;&#10;Description automatically generated">
            <a:extLst>
              <a:ext uri="{FF2B5EF4-FFF2-40B4-BE49-F238E27FC236}">
                <a16:creationId xmlns:a16="http://schemas.microsoft.com/office/drawing/2014/main" id="{2F3143C0-AB1D-44D9-8BCD-39C4D188D75E}"/>
              </a:ext>
            </a:extLst>
          </p:cNvPr>
          <p:cNvPicPr>
            <a:picLocks noChangeAspect="1"/>
          </p:cNvPicPr>
          <p:nvPr/>
        </p:nvPicPr>
        <p:blipFill rotWithShape="1">
          <a:blip r:embed="rId8">
            <a:extLst>
              <a:ext uri="{BEBA8EAE-BF5A-486C-A8C5-ECC9F3942E4B}">
                <a14:imgProps xmlns:a14="http://schemas.microsoft.com/office/drawing/2010/main">
                  <a14:imgLayer r:embed="rId5">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rot="20058234">
            <a:off x="10802014" y="3290876"/>
            <a:ext cx="795115" cy="775722"/>
          </a:xfrm>
          <a:prstGeom prst="rect">
            <a:avLst/>
          </a:prstGeom>
        </p:spPr>
      </p:pic>
      <p:pic>
        <p:nvPicPr>
          <p:cNvPr id="81" name="Picture 80" descr="Chart, logo, company name, bubble chart&#10;&#10;Description automatically generated">
            <a:extLst>
              <a:ext uri="{FF2B5EF4-FFF2-40B4-BE49-F238E27FC236}">
                <a16:creationId xmlns:a16="http://schemas.microsoft.com/office/drawing/2014/main" id="{8FA7F806-5D0F-41BA-99FD-F8946A1FEF67}"/>
              </a:ext>
            </a:extLst>
          </p:cNvPr>
          <p:cNvPicPr>
            <a:picLocks noChangeAspect="1"/>
          </p:cNvPicPr>
          <p:nvPr/>
        </p:nvPicPr>
        <p:blipFill rotWithShape="1">
          <a:blip r:embed="rId9">
            <a:extLst>
              <a:ext uri="{BEBA8EAE-BF5A-486C-A8C5-ECC9F3942E4B}">
                <a14:imgProps xmlns:a14="http://schemas.microsoft.com/office/drawing/2010/main">
                  <a14:imgLayer r:embed="rId5">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19651691">
            <a:off x="9731551" y="4120864"/>
            <a:ext cx="744261" cy="789097"/>
          </a:xfrm>
          <a:prstGeom prst="rect">
            <a:avLst/>
          </a:prstGeom>
        </p:spPr>
      </p:pic>
      <p:pic>
        <p:nvPicPr>
          <p:cNvPr id="82" name="Picture 81" descr="Chart, logo, company name, bubble chart&#10;&#10;Description automatically generated">
            <a:extLst>
              <a:ext uri="{FF2B5EF4-FFF2-40B4-BE49-F238E27FC236}">
                <a16:creationId xmlns:a16="http://schemas.microsoft.com/office/drawing/2014/main" id="{630CBE45-E8FC-4B1C-93EC-B7659F438ACA}"/>
              </a:ext>
            </a:extLst>
          </p:cNvPr>
          <p:cNvPicPr>
            <a:picLocks noChangeAspect="1"/>
          </p:cNvPicPr>
          <p:nvPr/>
        </p:nvPicPr>
        <p:blipFill rotWithShape="1">
          <a:blip r:embed="rId10">
            <a:extLst>
              <a:ext uri="{BEBA8EAE-BF5A-486C-A8C5-ECC9F3942E4B}">
                <a14:imgProps xmlns:a14="http://schemas.microsoft.com/office/drawing/2010/main">
                  <a14:imgLayer r:embed="rId5">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rot="20440538">
            <a:off x="10711599" y="4989801"/>
            <a:ext cx="722489" cy="900224"/>
          </a:xfrm>
          <a:prstGeom prst="rect">
            <a:avLst/>
          </a:prstGeom>
        </p:spPr>
      </p:pic>
      <p:sp>
        <p:nvSpPr>
          <p:cNvPr id="2" name="Hình chữ nhật: Góc Tròn 1">
            <a:extLst>
              <a:ext uri="{FF2B5EF4-FFF2-40B4-BE49-F238E27FC236}">
                <a16:creationId xmlns:a16="http://schemas.microsoft.com/office/drawing/2014/main" id="{CC7BD34F-CF72-0AB6-2268-59003D813C71}"/>
              </a:ext>
            </a:extLst>
          </p:cNvPr>
          <p:cNvSpPr/>
          <p:nvPr/>
        </p:nvSpPr>
        <p:spPr>
          <a:xfrm>
            <a:off x="463594" y="2053042"/>
            <a:ext cx="5192984" cy="3225195"/>
          </a:xfrm>
          <a:custGeom>
            <a:avLst/>
            <a:gdLst>
              <a:gd name="connsiteX0" fmla="*/ 0 w 5192984"/>
              <a:gd name="connsiteY0" fmla="*/ 175064 h 3225195"/>
              <a:gd name="connsiteX1" fmla="*/ 175064 w 5192984"/>
              <a:gd name="connsiteY1" fmla="*/ 0 h 3225195"/>
              <a:gd name="connsiteX2" fmla="*/ 616302 w 5192984"/>
              <a:gd name="connsiteY2" fmla="*/ 0 h 3225195"/>
              <a:gd name="connsiteX3" fmla="*/ 1057540 w 5192984"/>
              <a:gd name="connsiteY3" fmla="*/ 0 h 3225195"/>
              <a:gd name="connsiteX4" fmla="*/ 1450349 w 5192984"/>
              <a:gd name="connsiteY4" fmla="*/ 0 h 3225195"/>
              <a:gd name="connsiteX5" fmla="*/ 1891587 w 5192984"/>
              <a:gd name="connsiteY5" fmla="*/ 0 h 3225195"/>
              <a:gd name="connsiteX6" fmla="*/ 2381254 w 5192984"/>
              <a:gd name="connsiteY6" fmla="*/ 0 h 3225195"/>
              <a:gd name="connsiteX7" fmla="*/ 2919349 w 5192984"/>
              <a:gd name="connsiteY7" fmla="*/ 0 h 3225195"/>
              <a:gd name="connsiteX8" fmla="*/ 3554301 w 5192984"/>
              <a:gd name="connsiteY8" fmla="*/ 0 h 3225195"/>
              <a:gd name="connsiteX9" fmla="*/ 3947111 w 5192984"/>
              <a:gd name="connsiteY9" fmla="*/ 0 h 3225195"/>
              <a:gd name="connsiteX10" fmla="*/ 5017920 w 5192984"/>
              <a:gd name="connsiteY10" fmla="*/ 0 h 3225195"/>
              <a:gd name="connsiteX11" fmla="*/ 5192984 w 5192984"/>
              <a:gd name="connsiteY11" fmla="*/ 175064 h 3225195"/>
              <a:gd name="connsiteX12" fmla="*/ 5192984 w 5192984"/>
              <a:gd name="connsiteY12" fmla="*/ 750077 h 3225195"/>
              <a:gd name="connsiteX13" fmla="*/ 5192984 w 5192984"/>
              <a:gd name="connsiteY13" fmla="*/ 1325091 h 3225195"/>
              <a:gd name="connsiteX14" fmla="*/ 5192984 w 5192984"/>
              <a:gd name="connsiteY14" fmla="*/ 1957606 h 3225195"/>
              <a:gd name="connsiteX15" fmla="*/ 5192984 w 5192984"/>
              <a:gd name="connsiteY15" fmla="*/ 3050131 h 3225195"/>
              <a:gd name="connsiteX16" fmla="*/ 5017920 w 5192984"/>
              <a:gd name="connsiteY16" fmla="*/ 3225195 h 3225195"/>
              <a:gd name="connsiteX17" fmla="*/ 4431396 w 5192984"/>
              <a:gd name="connsiteY17" fmla="*/ 3225195 h 3225195"/>
              <a:gd name="connsiteX18" fmla="*/ 3796444 w 5192984"/>
              <a:gd name="connsiteY18" fmla="*/ 3225195 h 3225195"/>
              <a:gd name="connsiteX19" fmla="*/ 3355206 w 5192984"/>
              <a:gd name="connsiteY19" fmla="*/ 3225195 h 3225195"/>
              <a:gd name="connsiteX20" fmla="*/ 2720254 w 5192984"/>
              <a:gd name="connsiteY20" fmla="*/ 3225195 h 3225195"/>
              <a:gd name="connsiteX21" fmla="*/ 2133730 w 5192984"/>
              <a:gd name="connsiteY21" fmla="*/ 3225195 h 3225195"/>
              <a:gd name="connsiteX22" fmla="*/ 1498778 w 5192984"/>
              <a:gd name="connsiteY22" fmla="*/ 3225195 h 3225195"/>
              <a:gd name="connsiteX23" fmla="*/ 960683 w 5192984"/>
              <a:gd name="connsiteY23" fmla="*/ 3225195 h 3225195"/>
              <a:gd name="connsiteX24" fmla="*/ 175064 w 5192984"/>
              <a:gd name="connsiteY24" fmla="*/ 3225195 h 3225195"/>
              <a:gd name="connsiteX25" fmla="*/ 0 w 5192984"/>
              <a:gd name="connsiteY25" fmla="*/ 3050131 h 3225195"/>
              <a:gd name="connsiteX26" fmla="*/ 0 w 5192984"/>
              <a:gd name="connsiteY26" fmla="*/ 2417616 h 3225195"/>
              <a:gd name="connsiteX27" fmla="*/ 0 w 5192984"/>
              <a:gd name="connsiteY27" fmla="*/ 1813852 h 3225195"/>
              <a:gd name="connsiteX28" fmla="*/ 0 w 5192984"/>
              <a:gd name="connsiteY28" fmla="*/ 1296340 h 3225195"/>
              <a:gd name="connsiteX29" fmla="*/ 0 w 5192984"/>
              <a:gd name="connsiteY29" fmla="*/ 175064 h 322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92984" h="3225195" fill="none" extrusionOk="0">
                <a:moveTo>
                  <a:pt x="0" y="175064"/>
                </a:moveTo>
                <a:cubicBezTo>
                  <a:pt x="10550" y="60045"/>
                  <a:pt x="76586" y="1907"/>
                  <a:pt x="175064" y="0"/>
                </a:cubicBezTo>
                <a:cubicBezTo>
                  <a:pt x="270161" y="-16805"/>
                  <a:pt x="403195" y="36679"/>
                  <a:pt x="616302" y="0"/>
                </a:cubicBezTo>
                <a:cubicBezTo>
                  <a:pt x="829409" y="-36679"/>
                  <a:pt x="855146" y="7453"/>
                  <a:pt x="1057540" y="0"/>
                </a:cubicBezTo>
                <a:cubicBezTo>
                  <a:pt x="1259934" y="-7453"/>
                  <a:pt x="1288555" y="27461"/>
                  <a:pt x="1450349" y="0"/>
                </a:cubicBezTo>
                <a:cubicBezTo>
                  <a:pt x="1612143" y="-27461"/>
                  <a:pt x="1732471" y="18340"/>
                  <a:pt x="1891587" y="0"/>
                </a:cubicBezTo>
                <a:cubicBezTo>
                  <a:pt x="2050703" y="-18340"/>
                  <a:pt x="2157327" y="43386"/>
                  <a:pt x="2381254" y="0"/>
                </a:cubicBezTo>
                <a:cubicBezTo>
                  <a:pt x="2605181" y="-43386"/>
                  <a:pt x="2765176" y="56125"/>
                  <a:pt x="2919349" y="0"/>
                </a:cubicBezTo>
                <a:cubicBezTo>
                  <a:pt x="3073522" y="-56125"/>
                  <a:pt x="3400972" y="68046"/>
                  <a:pt x="3554301" y="0"/>
                </a:cubicBezTo>
                <a:cubicBezTo>
                  <a:pt x="3707630" y="-68046"/>
                  <a:pt x="3809763" y="6111"/>
                  <a:pt x="3947111" y="0"/>
                </a:cubicBezTo>
                <a:cubicBezTo>
                  <a:pt x="4084459" y="-6111"/>
                  <a:pt x="4552991" y="51084"/>
                  <a:pt x="5017920" y="0"/>
                </a:cubicBezTo>
                <a:cubicBezTo>
                  <a:pt x="5110311" y="5485"/>
                  <a:pt x="5203123" y="72826"/>
                  <a:pt x="5192984" y="175064"/>
                </a:cubicBezTo>
                <a:cubicBezTo>
                  <a:pt x="5241303" y="383544"/>
                  <a:pt x="5126809" y="564987"/>
                  <a:pt x="5192984" y="750077"/>
                </a:cubicBezTo>
                <a:cubicBezTo>
                  <a:pt x="5259159" y="935167"/>
                  <a:pt x="5143938" y="1122213"/>
                  <a:pt x="5192984" y="1325091"/>
                </a:cubicBezTo>
                <a:cubicBezTo>
                  <a:pt x="5242030" y="1527969"/>
                  <a:pt x="5176302" y="1813789"/>
                  <a:pt x="5192984" y="1957606"/>
                </a:cubicBezTo>
                <a:cubicBezTo>
                  <a:pt x="5209666" y="2101424"/>
                  <a:pt x="5170423" y="2750572"/>
                  <a:pt x="5192984" y="3050131"/>
                </a:cubicBezTo>
                <a:cubicBezTo>
                  <a:pt x="5170938" y="3150252"/>
                  <a:pt x="5132416" y="3220166"/>
                  <a:pt x="5017920" y="3225195"/>
                </a:cubicBezTo>
                <a:cubicBezTo>
                  <a:pt x="4790932" y="3226313"/>
                  <a:pt x="4673146" y="3157508"/>
                  <a:pt x="4431396" y="3225195"/>
                </a:cubicBezTo>
                <a:cubicBezTo>
                  <a:pt x="4189646" y="3292882"/>
                  <a:pt x="3971237" y="3210434"/>
                  <a:pt x="3796444" y="3225195"/>
                </a:cubicBezTo>
                <a:cubicBezTo>
                  <a:pt x="3621651" y="3239956"/>
                  <a:pt x="3515319" y="3208022"/>
                  <a:pt x="3355206" y="3225195"/>
                </a:cubicBezTo>
                <a:cubicBezTo>
                  <a:pt x="3195093" y="3242368"/>
                  <a:pt x="2931941" y="3191402"/>
                  <a:pt x="2720254" y="3225195"/>
                </a:cubicBezTo>
                <a:cubicBezTo>
                  <a:pt x="2508567" y="3258988"/>
                  <a:pt x="2417156" y="3207507"/>
                  <a:pt x="2133730" y="3225195"/>
                </a:cubicBezTo>
                <a:cubicBezTo>
                  <a:pt x="1850304" y="3242883"/>
                  <a:pt x="1773698" y="3213823"/>
                  <a:pt x="1498778" y="3225195"/>
                </a:cubicBezTo>
                <a:cubicBezTo>
                  <a:pt x="1223858" y="3236567"/>
                  <a:pt x="1211966" y="3218752"/>
                  <a:pt x="960683" y="3225195"/>
                </a:cubicBezTo>
                <a:cubicBezTo>
                  <a:pt x="709401" y="3231638"/>
                  <a:pt x="502148" y="3155844"/>
                  <a:pt x="175064" y="3225195"/>
                </a:cubicBezTo>
                <a:cubicBezTo>
                  <a:pt x="57613" y="3228828"/>
                  <a:pt x="5450" y="3129991"/>
                  <a:pt x="0" y="3050131"/>
                </a:cubicBezTo>
                <a:cubicBezTo>
                  <a:pt x="-17619" y="2796391"/>
                  <a:pt x="31241" y="2661613"/>
                  <a:pt x="0" y="2417616"/>
                </a:cubicBezTo>
                <a:cubicBezTo>
                  <a:pt x="-31241" y="2173619"/>
                  <a:pt x="33333" y="2000732"/>
                  <a:pt x="0" y="1813852"/>
                </a:cubicBezTo>
                <a:cubicBezTo>
                  <a:pt x="-33333" y="1626972"/>
                  <a:pt x="9130" y="1510321"/>
                  <a:pt x="0" y="1296340"/>
                </a:cubicBezTo>
                <a:cubicBezTo>
                  <a:pt x="-9130" y="1082359"/>
                  <a:pt x="116837" y="400572"/>
                  <a:pt x="0" y="175064"/>
                </a:cubicBezTo>
                <a:close/>
              </a:path>
              <a:path w="5192984" h="3225195" stroke="0" extrusionOk="0">
                <a:moveTo>
                  <a:pt x="0" y="175064"/>
                </a:moveTo>
                <a:cubicBezTo>
                  <a:pt x="4564" y="67705"/>
                  <a:pt x="72836" y="10633"/>
                  <a:pt x="175064" y="0"/>
                </a:cubicBezTo>
                <a:cubicBezTo>
                  <a:pt x="391521" y="-53860"/>
                  <a:pt x="571649" y="37643"/>
                  <a:pt x="713159" y="0"/>
                </a:cubicBezTo>
                <a:cubicBezTo>
                  <a:pt x="854670" y="-37643"/>
                  <a:pt x="924288" y="24209"/>
                  <a:pt x="1105969" y="0"/>
                </a:cubicBezTo>
                <a:cubicBezTo>
                  <a:pt x="1287650" y="-24209"/>
                  <a:pt x="1543830" y="53398"/>
                  <a:pt x="1740921" y="0"/>
                </a:cubicBezTo>
                <a:cubicBezTo>
                  <a:pt x="1938012" y="-53398"/>
                  <a:pt x="2212451" y="55223"/>
                  <a:pt x="2375873" y="0"/>
                </a:cubicBezTo>
                <a:cubicBezTo>
                  <a:pt x="2539295" y="-55223"/>
                  <a:pt x="2611761" y="36098"/>
                  <a:pt x="2817111" y="0"/>
                </a:cubicBezTo>
                <a:cubicBezTo>
                  <a:pt x="3022461" y="-36098"/>
                  <a:pt x="3107994" y="6629"/>
                  <a:pt x="3209920" y="0"/>
                </a:cubicBezTo>
                <a:cubicBezTo>
                  <a:pt x="3311846" y="-6629"/>
                  <a:pt x="3519190" y="8169"/>
                  <a:pt x="3796444" y="0"/>
                </a:cubicBezTo>
                <a:cubicBezTo>
                  <a:pt x="4073698" y="-8169"/>
                  <a:pt x="4010968" y="25437"/>
                  <a:pt x="4189254" y="0"/>
                </a:cubicBezTo>
                <a:cubicBezTo>
                  <a:pt x="4367540" y="-25437"/>
                  <a:pt x="4682735" y="18926"/>
                  <a:pt x="5017920" y="0"/>
                </a:cubicBezTo>
                <a:cubicBezTo>
                  <a:pt x="5130772" y="-9024"/>
                  <a:pt x="5196980" y="73320"/>
                  <a:pt x="5192984" y="175064"/>
                </a:cubicBezTo>
                <a:cubicBezTo>
                  <a:pt x="5220264" y="489101"/>
                  <a:pt x="5188076" y="579737"/>
                  <a:pt x="5192984" y="807579"/>
                </a:cubicBezTo>
                <a:cubicBezTo>
                  <a:pt x="5197892" y="1035422"/>
                  <a:pt x="5179854" y="1210783"/>
                  <a:pt x="5192984" y="1411343"/>
                </a:cubicBezTo>
                <a:cubicBezTo>
                  <a:pt x="5206114" y="1611903"/>
                  <a:pt x="5124713" y="1868888"/>
                  <a:pt x="5192984" y="2015107"/>
                </a:cubicBezTo>
                <a:cubicBezTo>
                  <a:pt x="5261255" y="2161326"/>
                  <a:pt x="5095150" y="2828116"/>
                  <a:pt x="5192984" y="3050131"/>
                </a:cubicBezTo>
                <a:cubicBezTo>
                  <a:pt x="5174633" y="3135770"/>
                  <a:pt x="5102143" y="3213002"/>
                  <a:pt x="5017920" y="3225195"/>
                </a:cubicBezTo>
                <a:cubicBezTo>
                  <a:pt x="4871544" y="3227175"/>
                  <a:pt x="4705698" y="3210111"/>
                  <a:pt x="4625111" y="3225195"/>
                </a:cubicBezTo>
                <a:cubicBezTo>
                  <a:pt x="4544524" y="3240279"/>
                  <a:pt x="4314719" y="3200894"/>
                  <a:pt x="4183873" y="3225195"/>
                </a:cubicBezTo>
                <a:cubicBezTo>
                  <a:pt x="4053027" y="3249496"/>
                  <a:pt x="3860767" y="3185996"/>
                  <a:pt x="3548920" y="3225195"/>
                </a:cubicBezTo>
                <a:cubicBezTo>
                  <a:pt x="3237073" y="3264394"/>
                  <a:pt x="3079587" y="3172220"/>
                  <a:pt x="2913968" y="3225195"/>
                </a:cubicBezTo>
                <a:cubicBezTo>
                  <a:pt x="2748349" y="3278170"/>
                  <a:pt x="2483338" y="3210020"/>
                  <a:pt x="2327444" y="3225195"/>
                </a:cubicBezTo>
                <a:cubicBezTo>
                  <a:pt x="2171550" y="3240370"/>
                  <a:pt x="2031117" y="3190890"/>
                  <a:pt x="1934635" y="3225195"/>
                </a:cubicBezTo>
                <a:cubicBezTo>
                  <a:pt x="1838153" y="3259500"/>
                  <a:pt x="1734239" y="3216141"/>
                  <a:pt x="1541826" y="3225195"/>
                </a:cubicBezTo>
                <a:cubicBezTo>
                  <a:pt x="1349413" y="3234249"/>
                  <a:pt x="1230711" y="3182388"/>
                  <a:pt x="1149016" y="3225195"/>
                </a:cubicBezTo>
                <a:cubicBezTo>
                  <a:pt x="1067321" y="3268002"/>
                  <a:pt x="424077" y="3120989"/>
                  <a:pt x="175064" y="3225195"/>
                </a:cubicBezTo>
                <a:cubicBezTo>
                  <a:pt x="66863" y="3243059"/>
                  <a:pt x="-6539" y="3132786"/>
                  <a:pt x="0" y="3050131"/>
                </a:cubicBezTo>
                <a:cubicBezTo>
                  <a:pt x="-42200" y="2892362"/>
                  <a:pt x="28164" y="2739533"/>
                  <a:pt x="0" y="2561370"/>
                </a:cubicBezTo>
                <a:cubicBezTo>
                  <a:pt x="-28164" y="2383207"/>
                  <a:pt x="41301" y="2183836"/>
                  <a:pt x="0" y="2043858"/>
                </a:cubicBezTo>
                <a:cubicBezTo>
                  <a:pt x="-41301" y="1903880"/>
                  <a:pt x="1868" y="1762910"/>
                  <a:pt x="0" y="1497595"/>
                </a:cubicBezTo>
                <a:cubicBezTo>
                  <a:pt x="-1868" y="1232280"/>
                  <a:pt x="28288" y="1204536"/>
                  <a:pt x="0" y="922581"/>
                </a:cubicBezTo>
                <a:cubicBezTo>
                  <a:pt x="-28288" y="640626"/>
                  <a:pt x="70585" y="459559"/>
                  <a:pt x="0" y="175064"/>
                </a:cubicBezTo>
                <a:close/>
              </a:path>
            </a:pathLst>
          </a:custGeom>
          <a:solidFill>
            <a:schemeClr val="accent1">
              <a:lumMod val="60000"/>
              <a:lumOff val="40000"/>
            </a:schemeClr>
          </a:solidFill>
          <a:ln>
            <a:solidFill>
              <a:schemeClr val="bg1"/>
            </a:solidFill>
            <a:extLst>
              <a:ext uri="{C807C97D-BFC1-408E-A445-0C87EB9F89A2}">
                <ask:lineSketchStyleProps xmlns:ask="http://schemas.microsoft.com/office/drawing/2018/sketchyshapes" sd="3777541064">
                  <a:prstGeom prst="roundRect">
                    <a:avLst>
                      <a:gd name="adj" fmla="val 542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p>
        </p:txBody>
      </p:sp>
      <p:sp>
        <p:nvSpPr>
          <p:cNvPr id="5" name="TextBox 45">
            <a:extLst>
              <a:ext uri="{FF2B5EF4-FFF2-40B4-BE49-F238E27FC236}">
                <a16:creationId xmlns:a16="http://schemas.microsoft.com/office/drawing/2014/main" id="{7AA92165-7159-75FB-33F6-AA306E2E2CBA}"/>
              </a:ext>
            </a:extLst>
          </p:cNvPr>
          <p:cNvSpPr txBox="1"/>
          <p:nvPr/>
        </p:nvSpPr>
        <p:spPr>
          <a:xfrm>
            <a:off x="510273" y="2138464"/>
            <a:ext cx="5471427" cy="2125390"/>
          </a:xfrm>
          <a:prstGeom prst="rect">
            <a:avLst/>
          </a:prstGeom>
          <a:noFill/>
        </p:spPr>
        <p:txBody>
          <a:bodyPr wrap="square" rtlCol="0">
            <a:spAutoFit/>
          </a:bodyPr>
          <a:lstStyle/>
          <a:p>
            <a:pPr lvl="0">
              <a:lnSpc>
                <a:spcPct val="150000"/>
              </a:lnSpc>
            </a:pPr>
            <a:r>
              <a:rPr lang="vi-VN" b="1" dirty="0" err="1">
                <a:latin typeface="+mj-lt"/>
              </a:rPr>
              <a:t>Frontend</a:t>
            </a:r>
            <a:r>
              <a:rPr lang="vi-VN" b="1" dirty="0">
                <a:latin typeface="+mj-lt"/>
              </a:rPr>
              <a:t>:</a:t>
            </a:r>
            <a:r>
              <a:rPr lang="vi-VN" dirty="0">
                <a:latin typeface="+mj-lt"/>
              </a:rPr>
              <a:t> HTML, CSS</a:t>
            </a:r>
            <a:endParaRPr lang="en-ZW" dirty="0">
              <a:latin typeface="+mj-lt"/>
            </a:endParaRPr>
          </a:p>
          <a:p>
            <a:pPr lvl="0">
              <a:lnSpc>
                <a:spcPct val="150000"/>
              </a:lnSpc>
            </a:pPr>
            <a:r>
              <a:rPr lang="vi-VN" b="1" dirty="0" err="1">
                <a:latin typeface="+mj-lt"/>
              </a:rPr>
              <a:t>Backend</a:t>
            </a:r>
            <a:r>
              <a:rPr lang="vi-VN" b="1" dirty="0">
                <a:latin typeface="+mj-lt"/>
              </a:rPr>
              <a:t>:</a:t>
            </a:r>
            <a:r>
              <a:rPr lang="vi-VN" dirty="0">
                <a:latin typeface="+mj-lt"/>
              </a:rPr>
              <a:t> Node.js, Express.js</a:t>
            </a:r>
            <a:endParaRPr lang="en-ZW" dirty="0">
              <a:latin typeface="+mj-lt"/>
            </a:endParaRPr>
          </a:p>
          <a:p>
            <a:pPr lvl="0">
              <a:lnSpc>
                <a:spcPct val="150000"/>
              </a:lnSpc>
            </a:pPr>
            <a:r>
              <a:rPr lang="vi-VN" b="1" dirty="0" err="1">
                <a:latin typeface="+mj-lt"/>
              </a:rPr>
              <a:t>Database</a:t>
            </a:r>
            <a:r>
              <a:rPr lang="vi-VN" b="1" dirty="0">
                <a:latin typeface="+mj-lt"/>
              </a:rPr>
              <a:t>:</a:t>
            </a:r>
            <a:r>
              <a:rPr lang="vi-VN" dirty="0">
                <a:latin typeface="+mj-lt"/>
              </a:rPr>
              <a:t> </a:t>
            </a:r>
            <a:r>
              <a:rPr lang="vi-VN" dirty="0" err="1">
                <a:latin typeface="+mj-lt"/>
              </a:rPr>
              <a:t>MySQL</a:t>
            </a:r>
            <a:endParaRPr lang="en-ZW" dirty="0">
              <a:latin typeface="+mj-lt"/>
            </a:endParaRPr>
          </a:p>
          <a:p>
            <a:pPr lvl="0">
              <a:lnSpc>
                <a:spcPct val="150000"/>
              </a:lnSpc>
            </a:pPr>
            <a:r>
              <a:rPr lang="vi-VN" b="1" dirty="0">
                <a:latin typeface="+mj-lt"/>
              </a:rPr>
              <a:t>Công cụ:</a:t>
            </a:r>
            <a:r>
              <a:rPr lang="vi-VN" dirty="0">
                <a:latin typeface="+mj-lt"/>
              </a:rPr>
              <a:t> VS </a:t>
            </a:r>
            <a:r>
              <a:rPr lang="vi-VN" dirty="0" err="1">
                <a:latin typeface="+mj-lt"/>
              </a:rPr>
              <a:t>Code</a:t>
            </a:r>
            <a:r>
              <a:rPr lang="vi-VN" dirty="0">
                <a:latin typeface="+mj-lt"/>
              </a:rPr>
              <a:t>, </a:t>
            </a:r>
            <a:r>
              <a:rPr lang="vi-VN" dirty="0" err="1">
                <a:latin typeface="+mj-lt"/>
              </a:rPr>
              <a:t>GitHub</a:t>
            </a:r>
            <a:r>
              <a:rPr lang="vi-VN" dirty="0">
                <a:latin typeface="+mj-lt"/>
              </a:rPr>
              <a:t>, </a:t>
            </a:r>
            <a:r>
              <a:rPr lang="vi-VN" dirty="0" err="1">
                <a:latin typeface="+mj-lt"/>
              </a:rPr>
              <a:t>Mockup</a:t>
            </a:r>
            <a:endParaRPr lang="en-ZW" dirty="0">
              <a:latin typeface="+mj-lt"/>
            </a:endParaRPr>
          </a:p>
          <a:p>
            <a:pPr lvl="0">
              <a:lnSpc>
                <a:spcPct val="150000"/>
              </a:lnSpc>
            </a:pPr>
            <a:r>
              <a:rPr lang="vi-VN" b="1" dirty="0">
                <a:latin typeface="+mj-lt"/>
              </a:rPr>
              <a:t>Tính năng đặc biệt:</a:t>
            </a:r>
            <a:r>
              <a:rPr lang="vi-VN" dirty="0">
                <a:latin typeface="+mj-lt"/>
              </a:rPr>
              <a:t> </a:t>
            </a:r>
            <a:r>
              <a:rPr lang="vi-VN" dirty="0" err="1">
                <a:latin typeface="+mj-lt"/>
              </a:rPr>
              <a:t>Chatbot</a:t>
            </a:r>
            <a:r>
              <a:rPr lang="vi-VN" dirty="0">
                <a:latin typeface="+mj-lt"/>
              </a:rPr>
              <a:t>, Socket.IO (</a:t>
            </a:r>
            <a:r>
              <a:rPr lang="vi-VN" dirty="0" err="1">
                <a:latin typeface="+mj-lt"/>
              </a:rPr>
              <a:t>real-time</a:t>
            </a:r>
            <a:r>
              <a:rPr lang="vi-VN" dirty="0">
                <a:latin typeface="+mj-lt"/>
              </a:rPr>
              <a:t>).</a:t>
            </a:r>
            <a:endParaRPr lang="en-ZW" dirty="0">
              <a:latin typeface="+mj-lt"/>
            </a:endParaRPr>
          </a:p>
        </p:txBody>
      </p:sp>
    </p:spTree>
    <p:extLst>
      <p:ext uri="{BB962C8B-B14F-4D97-AF65-F5344CB8AC3E}">
        <p14:creationId xmlns:p14="http://schemas.microsoft.com/office/powerpoint/2010/main" val="617881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1000"/>
                                        <p:tgtEl>
                                          <p:spTgt spid="5">
                                            <p:txEl>
                                              <p:pRg st="0" end="0"/>
                                            </p:txEl>
                                          </p:spTgt>
                                        </p:tgtEl>
                                      </p:cBhvr>
                                    </p:animEffect>
                                    <p:anim calcmode="lin" valueType="num">
                                      <p:cBhvr>
                                        <p:cTn id="11"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1000"/>
                                        <p:tgtEl>
                                          <p:spTgt spid="5">
                                            <p:txEl>
                                              <p:pRg st="1" end="1"/>
                                            </p:txEl>
                                          </p:spTgt>
                                        </p:tgtEl>
                                      </p:cBhvr>
                                    </p:animEffect>
                                    <p:anim calcmode="lin" valueType="num">
                                      <p:cBhvr>
                                        <p:cTn id="16"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1000"/>
                                        <p:tgtEl>
                                          <p:spTgt spid="5">
                                            <p:txEl>
                                              <p:pRg st="2" end="2"/>
                                            </p:txEl>
                                          </p:spTgt>
                                        </p:tgtEl>
                                      </p:cBhvr>
                                    </p:animEffect>
                                    <p:anim calcmode="lin" valueType="num">
                                      <p:cBhvr>
                                        <p:cTn id="2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1000"/>
                                        <p:tgtEl>
                                          <p:spTgt spid="5">
                                            <p:txEl>
                                              <p:pRg st="3" end="3"/>
                                            </p:txEl>
                                          </p:spTgt>
                                        </p:tgtEl>
                                      </p:cBhvr>
                                    </p:animEffect>
                                    <p:anim calcmode="lin" valueType="num">
                                      <p:cBhvr>
                                        <p:cTn id="2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1000"/>
                                        <p:tgtEl>
                                          <p:spTgt spid="5">
                                            <p:txEl>
                                              <p:pRg st="4" end="4"/>
                                            </p:txEl>
                                          </p:spTgt>
                                        </p:tgtEl>
                                      </p:cBhvr>
                                    </p:animEffect>
                                    <p:anim calcmode="lin" valueType="num">
                                      <p:cBhvr>
                                        <p:cTn id="31"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6" name="Rectangle: Folded Corner 25">
            <a:extLst>
              <a:ext uri="{FF2B5EF4-FFF2-40B4-BE49-F238E27FC236}">
                <a16:creationId xmlns:a16="http://schemas.microsoft.com/office/drawing/2014/main" id="{23AC9D37-7028-4836-A9C4-D4E7C939E44D}"/>
              </a:ext>
            </a:extLst>
          </p:cNvPr>
          <p:cNvSpPr/>
          <p:nvPr/>
        </p:nvSpPr>
        <p:spPr>
          <a:xfrm>
            <a:off x="15114812" y="2619579"/>
            <a:ext cx="4893734" cy="711200"/>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8829616-B0BD-43B9-A99C-D38B81171A0D}"/>
              </a:ext>
            </a:extLst>
          </p:cNvPr>
          <p:cNvSpPr txBox="1"/>
          <p:nvPr/>
        </p:nvSpPr>
        <p:spPr>
          <a:xfrm>
            <a:off x="15304964" y="2757769"/>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2</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29" name="Rectangle: Folded Corner 28">
            <a:extLst>
              <a:ext uri="{FF2B5EF4-FFF2-40B4-BE49-F238E27FC236}">
                <a16:creationId xmlns:a16="http://schemas.microsoft.com/office/drawing/2014/main" id="{BACF24AC-C0B8-4A8C-94A3-35BF618BB058}"/>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3</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9978473-FCC1-417F-98E3-C1530E484C89}"/>
              </a:ext>
            </a:extLst>
          </p:cNvPr>
          <p:cNvSpPr/>
          <p:nvPr/>
        </p:nvSpPr>
        <p:spPr>
          <a:xfrm>
            <a:off x="463224" y="1303651"/>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43" name="Picture 42" descr="Chart, logo, company name, bubble chart&#10;&#10;Description automatically generated">
            <a:extLst>
              <a:ext uri="{FF2B5EF4-FFF2-40B4-BE49-F238E27FC236}">
                <a16:creationId xmlns:a16="http://schemas.microsoft.com/office/drawing/2014/main" id="{1A0BD47F-AC09-4ED5-831E-6BCC90722F4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5913735"/>
            <a:ext cx="784843" cy="660173"/>
          </a:xfrm>
          <a:prstGeom prst="rect">
            <a:avLst/>
          </a:prstGeom>
        </p:spPr>
      </p:pic>
      <p:pic>
        <p:nvPicPr>
          <p:cNvPr id="44" name="Picture 43" descr="Chart, logo, company name, bubble chart&#10;&#10;Description automatically generated">
            <a:extLst>
              <a:ext uri="{FF2B5EF4-FFF2-40B4-BE49-F238E27FC236}">
                <a16:creationId xmlns:a16="http://schemas.microsoft.com/office/drawing/2014/main" id="{2FC9849C-27EC-4861-A137-27527A10CF50}"/>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1406299"/>
            <a:ext cx="530083" cy="519889"/>
          </a:xfrm>
          <a:prstGeom prst="rect">
            <a:avLst/>
          </a:prstGeom>
        </p:spPr>
      </p:pic>
      <p:sp>
        <p:nvSpPr>
          <p:cNvPr id="45" name="Rectangle: Folded Corner 44">
            <a:extLst>
              <a:ext uri="{FF2B5EF4-FFF2-40B4-BE49-F238E27FC236}">
                <a16:creationId xmlns:a16="http://schemas.microsoft.com/office/drawing/2014/main" id="{36DE8F35-E12A-4B15-B816-D87A2BAED9AF}"/>
              </a:ext>
            </a:extLst>
          </p:cNvPr>
          <p:cNvSpPr/>
          <p:nvPr/>
        </p:nvSpPr>
        <p:spPr>
          <a:xfrm>
            <a:off x="442856" y="1303651"/>
            <a:ext cx="2414644"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CB6CD49-9724-4597-A133-A2C541A234AD}"/>
              </a:ext>
            </a:extLst>
          </p:cNvPr>
          <p:cNvSpPr txBox="1"/>
          <p:nvPr/>
        </p:nvSpPr>
        <p:spPr>
          <a:xfrm>
            <a:off x="510274" y="1389073"/>
            <a:ext cx="2251976" cy="400110"/>
          </a:xfrm>
          <a:prstGeom prst="rect">
            <a:avLst/>
          </a:prstGeom>
          <a:noFill/>
        </p:spPr>
        <p:txBody>
          <a:bodyPr wrap="square" rtlCol="0">
            <a:spAutoFit/>
          </a:bodyPr>
          <a:lstStyle/>
          <a:p>
            <a:r>
              <a:rPr lang="vi-VN" sz="2000" b="1" dirty="0">
                <a:solidFill>
                  <a:schemeClr val="bg1"/>
                </a:solidFill>
                <a:latin typeface="Times New Roman" panose="02020603050405020304" pitchFamily="18" charset="0"/>
                <a:cs typeface="Times New Roman" panose="02020603050405020304" pitchFamily="18" charset="0"/>
              </a:rPr>
              <a:t>Kiến trúc hệ thống</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48" name="Picture 47" descr="Chart, logo, company name, bubble chart&#10;&#10;Description automatically generated">
            <a:extLst>
              <a:ext uri="{FF2B5EF4-FFF2-40B4-BE49-F238E27FC236}">
                <a16:creationId xmlns:a16="http://schemas.microsoft.com/office/drawing/2014/main" id="{D4F9B939-F3BA-48BF-9A80-E4EA735B16AA}"/>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a:off x="12192000" y="2900217"/>
            <a:ext cx="528207" cy="515324"/>
          </a:xfrm>
          <a:prstGeom prst="rect">
            <a:avLst/>
          </a:prstGeom>
        </p:spPr>
      </p:pic>
      <p:pic>
        <p:nvPicPr>
          <p:cNvPr id="49" name="Picture 48" descr="Chart, logo, company name, bubble chart&#10;&#10;Description automatically generated">
            <a:extLst>
              <a:ext uri="{FF2B5EF4-FFF2-40B4-BE49-F238E27FC236}">
                <a16:creationId xmlns:a16="http://schemas.microsoft.com/office/drawing/2014/main" id="{C9719F11-7357-4097-9D3E-0C4B6128F777}"/>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5984968"/>
            <a:ext cx="553141" cy="586464"/>
          </a:xfrm>
          <a:prstGeom prst="rect">
            <a:avLst/>
          </a:prstGeom>
        </p:spPr>
      </p:pic>
      <p:pic>
        <p:nvPicPr>
          <p:cNvPr id="50" name="Picture 49" descr="Chart, logo, company name, bubble chart&#10;&#10;Description automatically generated">
            <a:extLst>
              <a:ext uri="{FF2B5EF4-FFF2-40B4-BE49-F238E27FC236}">
                <a16:creationId xmlns:a16="http://schemas.microsoft.com/office/drawing/2014/main" id="{9B8504DA-C3D5-4A24-89E7-51DCF5565799}"/>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1325647"/>
            <a:ext cx="471592" cy="587605"/>
          </a:xfrm>
          <a:prstGeom prst="rect">
            <a:avLst/>
          </a:prstGeom>
        </p:spPr>
      </p:pic>
      <p:sp>
        <p:nvSpPr>
          <p:cNvPr id="62" name="Rectangle 61">
            <a:extLst>
              <a:ext uri="{FF2B5EF4-FFF2-40B4-BE49-F238E27FC236}">
                <a16:creationId xmlns:a16="http://schemas.microsoft.com/office/drawing/2014/main" id="{0B6253DC-253E-4C34-964D-DFE9934EF3B3}"/>
              </a:ext>
            </a:extLst>
          </p:cNvPr>
          <p:cNvSpPr/>
          <p:nvPr/>
        </p:nvSpPr>
        <p:spPr>
          <a:xfrm>
            <a:off x="127845" y="-42810"/>
            <a:ext cx="12064155" cy="118013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765ED49F-4CFB-4AD7-A601-0EBD6CE458E4}"/>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F14536"/>
                </a:solidFill>
                <a:latin typeface="Times New Roman" panose="02020603050405020304" pitchFamily="18" charset="0"/>
                <a:cs typeface="Times New Roman" panose="02020603050405020304" pitchFamily="18" charset="0"/>
              </a:rPr>
              <a:t>Nhóm 4</a:t>
            </a:r>
            <a:endParaRPr lang="en-PH" sz="3600" b="1" dirty="0">
              <a:solidFill>
                <a:srgbClr val="F14536"/>
              </a:solidFill>
              <a:latin typeface="Times New Roman" panose="02020603050405020304" pitchFamily="18" charset="0"/>
              <a:cs typeface="Times New Roman" panose="02020603050405020304" pitchFamily="18" charset="0"/>
            </a:endParaRPr>
          </a:p>
          <a:p>
            <a:pPr algn="ctr"/>
            <a:endParaRPr lang="en-PH" sz="900" dirty="0">
              <a:solidFill>
                <a:srgbClr val="F14536"/>
              </a:solidFill>
              <a:latin typeface="Times New Roman" panose="02020603050405020304" pitchFamily="18" charset="0"/>
              <a:cs typeface="Times New Roman" panose="02020603050405020304" pitchFamily="18" charset="0"/>
            </a:endParaRPr>
          </a:p>
        </p:txBody>
      </p:sp>
      <p:sp>
        <p:nvSpPr>
          <p:cNvPr id="64" name="Oval 63">
            <a:extLst>
              <a:ext uri="{FF2B5EF4-FFF2-40B4-BE49-F238E27FC236}">
                <a16:creationId xmlns:a16="http://schemas.microsoft.com/office/drawing/2014/main" id="{46E58F87-C749-489B-9CF5-74FA2F0EC30B}"/>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5" name="Oval 64">
            <a:extLst>
              <a:ext uri="{FF2B5EF4-FFF2-40B4-BE49-F238E27FC236}">
                <a16:creationId xmlns:a16="http://schemas.microsoft.com/office/drawing/2014/main" id="{306E5370-C46C-40B2-936F-FC8E274C2600}"/>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6" name="Oval 65">
            <a:extLst>
              <a:ext uri="{FF2B5EF4-FFF2-40B4-BE49-F238E27FC236}">
                <a16:creationId xmlns:a16="http://schemas.microsoft.com/office/drawing/2014/main" id="{1567B3A7-7256-4EF9-B719-142B4DD613C0}"/>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67" name="Group 66">
            <a:extLst>
              <a:ext uri="{FF2B5EF4-FFF2-40B4-BE49-F238E27FC236}">
                <a16:creationId xmlns:a16="http://schemas.microsoft.com/office/drawing/2014/main" id="{F3CF105F-D06B-4E94-8723-2C41758990E4}"/>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A298442C-A06F-4BA9-AF66-D46DFE41A9C5}"/>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69" name="Picture 68">
              <a:extLst>
                <a:ext uri="{FF2B5EF4-FFF2-40B4-BE49-F238E27FC236}">
                  <a16:creationId xmlns:a16="http://schemas.microsoft.com/office/drawing/2014/main" id="{B9BAFF19-28A5-44F1-8F01-BE66168845AB}"/>
                </a:ext>
              </a:extLst>
            </p:cNvPr>
            <p:cNvPicPr>
              <a:picLocks noChangeAspect="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BF455F5F-F46D-443A-88BD-5671B9EEA7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3D083AB5-CD1D-4C78-BE9D-60681428B025}"/>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72" name="Group 71">
            <a:extLst>
              <a:ext uri="{FF2B5EF4-FFF2-40B4-BE49-F238E27FC236}">
                <a16:creationId xmlns:a16="http://schemas.microsoft.com/office/drawing/2014/main" id="{3FEFCBA7-5B67-4A6E-B963-8C5B61EC0390}"/>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35E3E172-30B2-4F3D-9933-610CB2AF67B0}"/>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4" name="Rectangle 73">
              <a:extLst>
                <a:ext uri="{FF2B5EF4-FFF2-40B4-BE49-F238E27FC236}">
                  <a16:creationId xmlns:a16="http://schemas.microsoft.com/office/drawing/2014/main" id="{86B5A940-4AB2-4425-9AA7-A5C8FDE4DA23}"/>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06CAF04A-0AA9-40B5-B793-36A96E918E35}"/>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6" name="Rectangle 75">
              <a:extLst>
                <a:ext uri="{FF2B5EF4-FFF2-40B4-BE49-F238E27FC236}">
                  <a16:creationId xmlns:a16="http://schemas.microsoft.com/office/drawing/2014/main" id="{8572B39C-3405-445B-A5BF-543FCEBA6443}"/>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36" name="Picture 35" descr="Chart, logo, company name, bubble chart&#10;&#10;Description automatically generated">
            <a:extLst>
              <a:ext uri="{FF2B5EF4-FFF2-40B4-BE49-F238E27FC236}">
                <a16:creationId xmlns:a16="http://schemas.microsoft.com/office/drawing/2014/main" id="{BD07437D-A67B-4E77-9878-C0699564FAC5}"/>
              </a:ext>
            </a:extLst>
          </p:cNvPr>
          <p:cNvPicPr>
            <a:picLocks noChangeAspect="1"/>
          </p:cNvPicPr>
          <p:nvPr/>
        </p:nvPicPr>
        <p:blipFill rotWithShape="1">
          <a:blip r:embed="rId10">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grpSp>
        <p:nvGrpSpPr>
          <p:cNvPr id="7" name="Nhóm 6">
            <a:extLst>
              <a:ext uri="{FF2B5EF4-FFF2-40B4-BE49-F238E27FC236}">
                <a16:creationId xmlns:a16="http://schemas.microsoft.com/office/drawing/2014/main" id="{BA82F72C-EF8B-0716-06C2-8067CF69D4B7}"/>
              </a:ext>
            </a:extLst>
          </p:cNvPr>
          <p:cNvGrpSpPr/>
          <p:nvPr/>
        </p:nvGrpSpPr>
        <p:grpSpPr>
          <a:xfrm>
            <a:off x="701884" y="2053042"/>
            <a:ext cx="4003878" cy="2233799"/>
            <a:chOff x="701884" y="2053042"/>
            <a:chExt cx="4003878" cy="2233799"/>
          </a:xfrm>
        </p:grpSpPr>
        <p:sp>
          <p:nvSpPr>
            <p:cNvPr id="2" name="Hình chữ nhật: Góc Tròn 1">
              <a:extLst>
                <a:ext uri="{FF2B5EF4-FFF2-40B4-BE49-F238E27FC236}">
                  <a16:creationId xmlns:a16="http://schemas.microsoft.com/office/drawing/2014/main" id="{0C37B4B8-3751-3FC5-7FAB-964266DF7FBC}"/>
                </a:ext>
              </a:extLst>
            </p:cNvPr>
            <p:cNvSpPr/>
            <p:nvPr/>
          </p:nvSpPr>
          <p:spPr>
            <a:xfrm>
              <a:off x="701884" y="2053042"/>
              <a:ext cx="3755816" cy="2217045"/>
            </a:xfrm>
            <a:custGeom>
              <a:avLst/>
              <a:gdLst>
                <a:gd name="connsiteX0" fmla="*/ 0 w 3755816"/>
                <a:gd name="connsiteY0" fmla="*/ 120341 h 2217045"/>
                <a:gd name="connsiteX1" fmla="*/ 120341 w 3755816"/>
                <a:gd name="connsiteY1" fmla="*/ 0 h 2217045"/>
                <a:gd name="connsiteX2" fmla="*/ 600743 w 3755816"/>
                <a:gd name="connsiteY2" fmla="*/ 0 h 2217045"/>
                <a:gd name="connsiteX3" fmla="*/ 1116296 w 3755816"/>
                <a:gd name="connsiteY3" fmla="*/ 0 h 2217045"/>
                <a:gd name="connsiteX4" fmla="*/ 1667000 w 3755816"/>
                <a:gd name="connsiteY4" fmla="*/ 0 h 2217045"/>
                <a:gd name="connsiteX5" fmla="*/ 2252856 w 3755816"/>
                <a:gd name="connsiteY5" fmla="*/ 0 h 2217045"/>
                <a:gd name="connsiteX6" fmla="*/ 2838711 w 3755816"/>
                <a:gd name="connsiteY6" fmla="*/ 0 h 2217045"/>
                <a:gd name="connsiteX7" fmla="*/ 3635475 w 3755816"/>
                <a:gd name="connsiteY7" fmla="*/ 0 h 2217045"/>
                <a:gd name="connsiteX8" fmla="*/ 3755816 w 3755816"/>
                <a:gd name="connsiteY8" fmla="*/ 120341 h 2217045"/>
                <a:gd name="connsiteX9" fmla="*/ 3755816 w 3755816"/>
                <a:gd name="connsiteY9" fmla="*/ 634195 h 2217045"/>
                <a:gd name="connsiteX10" fmla="*/ 3755816 w 3755816"/>
                <a:gd name="connsiteY10" fmla="*/ 1068995 h 2217045"/>
                <a:gd name="connsiteX11" fmla="*/ 3755816 w 3755816"/>
                <a:gd name="connsiteY11" fmla="*/ 1523559 h 2217045"/>
                <a:gd name="connsiteX12" fmla="*/ 3755816 w 3755816"/>
                <a:gd name="connsiteY12" fmla="*/ 2096704 h 2217045"/>
                <a:gd name="connsiteX13" fmla="*/ 3635475 w 3755816"/>
                <a:gd name="connsiteY13" fmla="*/ 2217045 h 2217045"/>
                <a:gd name="connsiteX14" fmla="*/ 3084771 w 3755816"/>
                <a:gd name="connsiteY14" fmla="*/ 2217045 h 2217045"/>
                <a:gd name="connsiteX15" fmla="*/ 2428612 w 3755816"/>
                <a:gd name="connsiteY15" fmla="*/ 2217045 h 2217045"/>
                <a:gd name="connsiteX16" fmla="*/ 1913059 w 3755816"/>
                <a:gd name="connsiteY16" fmla="*/ 2217045 h 2217045"/>
                <a:gd name="connsiteX17" fmla="*/ 1327204 w 3755816"/>
                <a:gd name="connsiteY17" fmla="*/ 2217045 h 2217045"/>
                <a:gd name="connsiteX18" fmla="*/ 811651 w 3755816"/>
                <a:gd name="connsiteY18" fmla="*/ 2217045 h 2217045"/>
                <a:gd name="connsiteX19" fmla="*/ 120341 w 3755816"/>
                <a:gd name="connsiteY19" fmla="*/ 2217045 h 2217045"/>
                <a:gd name="connsiteX20" fmla="*/ 0 w 3755816"/>
                <a:gd name="connsiteY20" fmla="*/ 2096704 h 2217045"/>
                <a:gd name="connsiteX21" fmla="*/ 0 w 3755816"/>
                <a:gd name="connsiteY21" fmla="*/ 1661904 h 2217045"/>
                <a:gd name="connsiteX22" fmla="*/ 0 w 3755816"/>
                <a:gd name="connsiteY22" fmla="*/ 1227104 h 2217045"/>
                <a:gd name="connsiteX23" fmla="*/ 0 w 3755816"/>
                <a:gd name="connsiteY23" fmla="*/ 713250 h 2217045"/>
                <a:gd name="connsiteX24" fmla="*/ 0 w 3755816"/>
                <a:gd name="connsiteY24" fmla="*/ 120341 h 221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5816" h="2217045" fill="none" extrusionOk="0">
                  <a:moveTo>
                    <a:pt x="0" y="120341"/>
                  </a:moveTo>
                  <a:cubicBezTo>
                    <a:pt x="-6464" y="63906"/>
                    <a:pt x="52461" y="-3043"/>
                    <a:pt x="120341" y="0"/>
                  </a:cubicBezTo>
                  <a:cubicBezTo>
                    <a:pt x="323641" y="-23248"/>
                    <a:pt x="391067" y="21921"/>
                    <a:pt x="600743" y="0"/>
                  </a:cubicBezTo>
                  <a:cubicBezTo>
                    <a:pt x="810419" y="-21921"/>
                    <a:pt x="971971" y="19380"/>
                    <a:pt x="1116296" y="0"/>
                  </a:cubicBezTo>
                  <a:cubicBezTo>
                    <a:pt x="1260621" y="-19380"/>
                    <a:pt x="1436992" y="56387"/>
                    <a:pt x="1667000" y="0"/>
                  </a:cubicBezTo>
                  <a:cubicBezTo>
                    <a:pt x="1897008" y="-56387"/>
                    <a:pt x="2110632" y="62254"/>
                    <a:pt x="2252856" y="0"/>
                  </a:cubicBezTo>
                  <a:cubicBezTo>
                    <a:pt x="2395080" y="-62254"/>
                    <a:pt x="2579923" y="6376"/>
                    <a:pt x="2838711" y="0"/>
                  </a:cubicBezTo>
                  <a:cubicBezTo>
                    <a:pt x="3097499" y="-6376"/>
                    <a:pt x="3330716" y="1695"/>
                    <a:pt x="3635475" y="0"/>
                  </a:cubicBezTo>
                  <a:cubicBezTo>
                    <a:pt x="3689539" y="-10272"/>
                    <a:pt x="3756279" y="55478"/>
                    <a:pt x="3755816" y="120341"/>
                  </a:cubicBezTo>
                  <a:cubicBezTo>
                    <a:pt x="3776645" y="340251"/>
                    <a:pt x="3715020" y="515123"/>
                    <a:pt x="3755816" y="634195"/>
                  </a:cubicBezTo>
                  <a:cubicBezTo>
                    <a:pt x="3796612" y="753267"/>
                    <a:pt x="3720895" y="930738"/>
                    <a:pt x="3755816" y="1068995"/>
                  </a:cubicBezTo>
                  <a:cubicBezTo>
                    <a:pt x="3790737" y="1207252"/>
                    <a:pt x="3729209" y="1382004"/>
                    <a:pt x="3755816" y="1523559"/>
                  </a:cubicBezTo>
                  <a:cubicBezTo>
                    <a:pt x="3782423" y="1665114"/>
                    <a:pt x="3713953" y="1891404"/>
                    <a:pt x="3755816" y="2096704"/>
                  </a:cubicBezTo>
                  <a:cubicBezTo>
                    <a:pt x="3752346" y="2144377"/>
                    <a:pt x="3696931" y="2233344"/>
                    <a:pt x="3635475" y="2217045"/>
                  </a:cubicBezTo>
                  <a:cubicBezTo>
                    <a:pt x="3495242" y="2256327"/>
                    <a:pt x="3262541" y="2167583"/>
                    <a:pt x="3084771" y="2217045"/>
                  </a:cubicBezTo>
                  <a:cubicBezTo>
                    <a:pt x="2907001" y="2266507"/>
                    <a:pt x="2751449" y="2169634"/>
                    <a:pt x="2428612" y="2217045"/>
                  </a:cubicBezTo>
                  <a:cubicBezTo>
                    <a:pt x="2105775" y="2264456"/>
                    <a:pt x="2116393" y="2201115"/>
                    <a:pt x="1913059" y="2217045"/>
                  </a:cubicBezTo>
                  <a:cubicBezTo>
                    <a:pt x="1709725" y="2232975"/>
                    <a:pt x="1506505" y="2192810"/>
                    <a:pt x="1327204" y="2217045"/>
                  </a:cubicBezTo>
                  <a:cubicBezTo>
                    <a:pt x="1147903" y="2241280"/>
                    <a:pt x="988741" y="2156278"/>
                    <a:pt x="811651" y="2217045"/>
                  </a:cubicBezTo>
                  <a:cubicBezTo>
                    <a:pt x="634561" y="2277812"/>
                    <a:pt x="457911" y="2211617"/>
                    <a:pt x="120341" y="2217045"/>
                  </a:cubicBezTo>
                  <a:cubicBezTo>
                    <a:pt x="54000" y="2236710"/>
                    <a:pt x="3101" y="2163233"/>
                    <a:pt x="0" y="2096704"/>
                  </a:cubicBezTo>
                  <a:cubicBezTo>
                    <a:pt x="-1427" y="1940057"/>
                    <a:pt x="35816" y="1819792"/>
                    <a:pt x="0" y="1661904"/>
                  </a:cubicBezTo>
                  <a:cubicBezTo>
                    <a:pt x="-35816" y="1504016"/>
                    <a:pt x="5801" y="1391943"/>
                    <a:pt x="0" y="1227104"/>
                  </a:cubicBezTo>
                  <a:cubicBezTo>
                    <a:pt x="-5801" y="1062265"/>
                    <a:pt x="16447" y="836828"/>
                    <a:pt x="0" y="713250"/>
                  </a:cubicBezTo>
                  <a:cubicBezTo>
                    <a:pt x="-16447" y="589672"/>
                    <a:pt x="68740" y="409190"/>
                    <a:pt x="0" y="120341"/>
                  </a:cubicBezTo>
                  <a:close/>
                </a:path>
                <a:path w="3755816" h="2217045" stroke="0" extrusionOk="0">
                  <a:moveTo>
                    <a:pt x="0" y="120341"/>
                  </a:moveTo>
                  <a:cubicBezTo>
                    <a:pt x="6324" y="39088"/>
                    <a:pt x="48770" y="9800"/>
                    <a:pt x="120341" y="0"/>
                  </a:cubicBezTo>
                  <a:cubicBezTo>
                    <a:pt x="331559" y="-62086"/>
                    <a:pt x="471636" y="46645"/>
                    <a:pt x="706197" y="0"/>
                  </a:cubicBezTo>
                  <a:cubicBezTo>
                    <a:pt x="940758" y="-46645"/>
                    <a:pt x="996287" y="57531"/>
                    <a:pt x="1186598" y="0"/>
                  </a:cubicBezTo>
                  <a:cubicBezTo>
                    <a:pt x="1376909" y="-57531"/>
                    <a:pt x="1545535" y="19889"/>
                    <a:pt x="1842757" y="0"/>
                  </a:cubicBezTo>
                  <a:cubicBezTo>
                    <a:pt x="2139979" y="-19889"/>
                    <a:pt x="2343356" y="23631"/>
                    <a:pt x="2498915" y="0"/>
                  </a:cubicBezTo>
                  <a:cubicBezTo>
                    <a:pt x="2654474" y="-23631"/>
                    <a:pt x="2803941" y="22246"/>
                    <a:pt x="3014468" y="0"/>
                  </a:cubicBezTo>
                  <a:cubicBezTo>
                    <a:pt x="3224995" y="-22246"/>
                    <a:pt x="3425654" y="60013"/>
                    <a:pt x="3635475" y="0"/>
                  </a:cubicBezTo>
                  <a:cubicBezTo>
                    <a:pt x="3700124" y="17250"/>
                    <a:pt x="3751994" y="54596"/>
                    <a:pt x="3755816" y="120341"/>
                  </a:cubicBezTo>
                  <a:cubicBezTo>
                    <a:pt x="3799449" y="298151"/>
                    <a:pt x="3735709" y="376690"/>
                    <a:pt x="3755816" y="614432"/>
                  </a:cubicBezTo>
                  <a:cubicBezTo>
                    <a:pt x="3775923" y="852174"/>
                    <a:pt x="3749933" y="1015550"/>
                    <a:pt x="3755816" y="1128286"/>
                  </a:cubicBezTo>
                  <a:cubicBezTo>
                    <a:pt x="3761699" y="1241022"/>
                    <a:pt x="3735374" y="1464762"/>
                    <a:pt x="3755816" y="1582850"/>
                  </a:cubicBezTo>
                  <a:cubicBezTo>
                    <a:pt x="3776258" y="1700938"/>
                    <a:pt x="3729890" y="1865914"/>
                    <a:pt x="3755816" y="2096704"/>
                  </a:cubicBezTo>
                  <a:cubicBezTo>
                    <a:pt x="3741032" y="2162803"/>
                    <a:pt x="3704576" y="2218692"/>
                    <a:pt x="3635475" y="2217045"/>
                  </a:cubicBezTo>
                  <a:cubicBezTo>
                    <a:pt x="3499806" y="2228506"/>
                    <a:pt x="3305357" y="2213469"/>
                    <a:pt x="3049619" y="2217045"/>
                  </a:cubicBezTo>
                  <a:cubicBezTo>
                    <a:pt x="2793881" y="2220621"/>
                    <a:pt x="2641465" y="2203736"/>
                    <a:pt x="2428612" y="2217045"/>
                  </a:cubicBezTo>
                  <a:cubicBezTo>
                    <a:pt x="2215759" y="2230354"/>
                    <a:pt x="2090627" y="2169293"/>
                    <a:pt x="1842757" y="2217045"/>
                  </a:cubicBezTo>
                  <a:cubicBezTo>
                    <a:pt x="1594888" y="2264797"/>
                    <a:pt x="1448864" y="2166889"/>
                    <a:pt x="1256901" y="2217045"/>
                  </a:cubicBezTo>
                  <a:cubicBezTo>
                    <a:pt x="1064938" y="2267201"/>
                    <a:pt x="919189" y="2158925"/>
                    <a:pt x="741348" y="2217045"/>
                  </a:cubicBezTo>
                  <a:cubicBezTo>
                    <a:pt x="563507" y="2275165"/>
                    <a:pt x="257647" y="2185017"/>
                    <a:pt x="120341" y="2217045"/>
                  </a:cubicBezTo>
                  <a:cubicBezTo>
                    <a:pt x="61012" y="2233977"/>
                    <a:pt x="-4605" y="2160099"/>
                    <a:pt x="0" y="2096704"/>
                  </a:cubicBezTo>
                  <a:cubicBezTo>
                    <a:pt x="-20551" y="1959701"/>
                    <a:pt x="42905" y="1853611"/>
                    <a:pt x="0" y="1642141"/>
                  </a:cubicBezTo>
                  <a:cubicBezTo>
                    <a:pt x="-42905" y="1430671"/>
                    <a:pt x="25273" y="1407678"/>
                    <a:pt x="0" y="1207341"/>
                  </a:cubicBezTo>
                  <a:cubicBezTo>
                    <a:pt x="-25273" y="1007004"/>
                    <a:pt x="5594" y="860730"/>
                    <a:pt x="0" y="772541"/>
                  </a:cubicBezTo>
                  <a:cubicBezTo>
                    <a:pt x="-5594" y="684352"/>
                    <a:pt x="76031" y="288750"/>
                    <a:pt x="0" y="120341"/>
                  </a:cubicBezTo>
                  <a:close/>
                </a:path>
              </a:pathLst>
            </a:custGeom>
            <a:solidFill>
              <a:schemeClr val="accent1">
                <a:lumMod val="60000"/>
                <a:lumOff val="40000"/>
              </a:schemeClr>
            </a:solidFill>
            <a:ln>
              <a:solidFill>
                <a:schemeClr val="bg1"/>
              </a:solidFill>
              <a:extLst>
                <a:ext uri="{C807C97D-BFC1-408E-A445-0C87EB9F89A2}">
                  <ask:lineSketchStyleProps xmlns:ask="http://schemas.microsoft.com/office/drawing/2018/sketchyshapes" sd="3777541064">
                    <a:prstGeom prst="roundRect">
                      <a:avLst>
                        <a:gd name="adj" fmla="val 542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3" name="TextBox 45">
              <a:extLst>
                <a:ext uri="{FF2B5EF4-FFF2-40B4-BE49-F238E27FC236}">
                  <a16:creationId xmlns:a16="http://schemas.microsoft.com/office/drawing/2014/main" id="{1CB2CC32-E1DB-F279-25DF-8EEB99421CE7}"/>
                </a:ext>
              </a:extLst>
            </p:cNvPr>
            <p:cNvSpPr txBox="1"/>
            <p:nvPr/>
          </p:nvSpPr>
          <p:spPr>
            <a:xfrm>
              <a:off x="748563" y="2138465"/>
              <a:ext cx="3957199" cy="463397"/>
            </a:xfrm>
            <a:prstGeom prst="rect">
              <a:avLst/>
            </a:prstGeom>
            <a:noFill/>
          </p:spPr>
          <p:txBody>
            <a:bodyPr wrap="square" rtlCol="0">
              <a:spAutoFit/>
            </a:bodyPr>
            <a:lstStyle/>
            <a:p>
              <a:pPr lvl="0">
                <a:lnSpc>
                  <a:spcPct val="150000"/>
                </a:lnSpc>
              </a:pPr>
              <a:r>
                <a:rPr lang="vi-VN" b="1" dirty="0">
                  <a:latin typeface="Times New Roman" panose="02020603050405020304" pitchFamily="18" charset="0"/>
                  <a:cs typeface="Times New Roman" panose="02020603050405020304" pitchFamily="18" charset="0"/>
                </a:rPr>
                <a:t>Mô hình </a:t>
              </a:r>
              <a:r>
                <a:rPr lang="vi-VN" b="1" dirty="0" err="1">
                  <a:latin typeface="Times New Roman" panose="02020603050405020304" pitchFamily="18" charset="0"/>
                  <a:cs typeface="Times New Roman" panose="02020603050405020304" pitchFamily="18" charset="0"/>
                </a:rPr>
                <a:t>client</a:t>
              </a:r>
              <a:r>
                <a:rPr lang="vi-VN" b="1" dirty="0">
                  <a:latin typeface="Times New Roman" panose="02020603050405020304" pitchFamily="18" charset="0"/>
                  <a:cs typeface="Times New Roman" panose="02020603050405020304" pitchFamily="18" charset="0"/>
                </a:rPr>
                <a:t>–</a:t>
              </a:r>
              <a:r>
                <a:rPr lang="vi-VN" b="1" dirty="0" err="1">
                  <a:latin typeface="Times New Roman" panose="02020603050405020304" pitchFamily="18" charset="0"/>
                  <a:cs typeface="Times New Roman" panose="02020603050405020304" pitchFamily="18" charset="0"/>
                </a:rPr>
                <a:t>server</a:t>
              </a:r>
              <a:endParaRPr lang="en-ZW" b="1" dirty="0">
                <a:latin typeface="Times New Roman" panose="02020603050405020304" pitchFamily="18" charset="0"/>
                <a:cs typeface="Times New Roman" panose="02020603050405020304" pitchFamily="18" charset="0"/>
              </a:endParaRPr>
            </a:p>
          </p:txBody>
        </p:sp>
        <p:pic>
          <p:nvPicPr>
            <p:cNvPr id="6" name="Hình ảnh 5">
              <a:extLst>
                <a:ext uri="{FF2B5EF4-FFF2-40B4-BE49-F238E27FC236}">
                  <a16:creationId xmlns:a16="http://schemas.microsoft.com/office/drawing/2014/main" id="{6D31BE7B-9336-788C-D673-6D51D87A2F7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36616" y="2412003"/>
              <a:ext cx="2812258" cy="1874838"/>
            </a:xfrm>
            <a:prstGeom prst="rect">
              <a:avLst/>
            </a:prstGeom>
          </p:spPr>
        </p:pic>
      </p:grpSp>
      <p:grpSp>
        <p:nvGrpSpPr>
          <p:cNvPr id="8" name="Nhóm 7">
            <a:extLst>
              <a:ext uri="{FF2B5EF4-FFF2-40B4-BE49-F238E27FC236}">
                <a16:creationId xmlns:a16="http://schemas.microsoft.com/office/drawing/2014/main" id="{A20D018C-ADC7-7BB5-F4CC-2B26B787E02F}"/>
              </a:ext>
            </a:extLst>
          </p:cNvPr>
          <p:cNvGrpSpPr/>
          <p:nvPr/>
        </p:nvGrpSpPr>
        <p:grpSpPr>
          <a:xfrm>
            <a:off x="4545205" y="2687285"/>
            <a:ext cx="2853832" cy="2694859"/>
            <a:chOff x="701884" y="2053042"/>
            <a:chExt cx="3999929" cy="2217045"/>
          </a:xfrm>
        </p:grpSpPr>
        <p:sp>
          <p:nvSpPr>
            <p:cNvPr id="9" name="Hình chữ nhật: Góc Tròn 8">
              <a:extLst>
                <a:ext uri="{FF2B5EF4-FFF2-40B4-BE49-F238E27FC236}">
                  <a16:creationId xmlns:a16="http://schemas.microsoft.com/office/drawing/2014/main" id="{3DCE2829-299A-2834-6C8A-5399AD918FE5}"/>
                </a:ext>
              </a:extLst>
            </p:cNvPr>
            <p:cNvSpPr/>
            <p:nvPr/>
          </p:nvSpPr>
          <p:spPr>
            <a:xfrm>
              <a:off x="701884" y="2053042"/>
              <a:ext cx="3755816" cy="2217045"/>
            </a:xfrm>
            <a:custGeom>
              <a:avLst/>
              <a:gdLst>
                <a:gd name="connsiteX0" fmla="*/ 0 w 3755816"/>
                <a:gd name="connsiteY0" fmla="*/ 120341 h 2217045"/>
                <a:gd name="connsiteX1" fmla="*/ 120341 w 3755816"/>
                <a:gd name="connsiteY1" fmla="*/ 0 h 2217045"/>
                <a:gd name="connsiteX2" fmla="*/ 600743 w 3755816"/>
                <a:gd name="connsiteY2" fmla="*/ 0 h 2217045"/>
                <a:gd name="connsiteX3" fmla="*/ 1116296 w 3755816"/>
                <a:gd name="connsiteY3" fmla="*/ 0 h 2217045"/>
                <a:gd name="connsiteX4" fmla="*/ 1667000 w 3755816"/>
                <a:gd name="connsiteY4" fmla="*/ 0 h 2217045"/>
                <a:gd name="connsiteX5" fmla="*/ 2252856 w 3755816"/>
                <a:gd name="connsiteY5" fmla="*/ 0 h 2217045"/>
                <a:gd name="connsiteX6" fmla="*/ 2838711 w 3755816"/>
                <a:gd name="connsiteY6" fmla="*/ 0 h 2217045"/>
                <a:gd name="connsiteX7" fmla="*/ 3635475 w 3755816"/>
                <a:gd name="connsiteY7" fmla="*/ 0 h 2217045"/>
                <a:gd name="connsiteX8" fmla="*/ 3755816 w 3755816"/>
                <a:gd name="connsiteY8" fmla="*/ 120341 h 2217045"/>
                <a:gd name="connsiteX9" fmla="*/ 3755816 w 3755816"/>
                <a:gd name="connsiteY9" fmla="*/ 634195 h 2217045"/>
                <a:gd name="connsiteX10" fmla="*/ 3755816 w 3755816"/>
                <a:gd name="connsiteY10" fmla="*/ 1068995 h 2217045"/>
                <a:gd name="connsiteX11" fmla="*/ 3755816 w 3755816"/>
                <a:gd name="connsiteY11" fmla="*/ 1523559 h 2217045"/>
                <a:gd name="connsiteX12" fmla="*/ 3755816 w 3755816"/>
                <a:gd name="connsiteY12" fmla="*/ 2096704 h 2217045"/>
                <a:gd name="connsiteX13" fmla="*/ 3635475 w 3755816"/>
                <a:gd name="connsiteY13" fmla="*/ 2217045 h 2217045"/>
                <a:gd name="connsiteX14" fmla="*/ 3084771 w 3755816"/>
                <a:gd name="connsiteY14" fmla="*/ 2217045 h 2217045"/>
                <a:gd name="connsiteX15" fmla="*/ 2428612 w 3755816"/>
                <a:gd name="connsiteY15" fmla="*/ 2217045 h 2217045"/>
                <a:gd name="connsiteX16" fmla="*/ 1913059 w 3755816"/>
                <a:gd name="connsiteY16" fmla="*/ 2217045 h 2217045"/>
                <a:gd name="connsiteX17" fmla="*/ 1327204 w 3755816"/>
                <a:gd name="connsiteY17" fmla="*/ 2217045 h 2217045"/>
                <a:gd name="connsiteX18" fmla="*/ 811651 w 3755816"/>
                <a:gd name="connsiteY18" fmla="*/ 2217045 h 2217045"/>
                <a:gd name="connsiteX19" fmla="*/ 120341 w 3755816"/>
                <a:gd name="connsiteY19" fmla="*/ 2217045 h 2217045"/>
                <a:gd name="connsiteX20" fmla="*/ 0 w 3755816"/>
                <a:gd name="connsiteY20" fmla="*/ 2096704 h 2217045"/>
                <a:gd name="connsiteX21" fmla="*/ 0 w 3755816"/>
                <a:gd name="connsiteY21" fmla="*/ 1661904 h 2217045"/>
                <a:gd name="connsiteX22" fmla="*/ 0 w 3755816"/>
                <a:gd name="connsiteY22" fmla="*/ 1227104 h 2217045"/>
                <a:gd name="connsiteX23" fmla="*/ 0 w 3755816"/>
                <a:gd name="connsiteY23" fmla="*/ 713250 h 2217045"/>
                <a:gd name="connsiteX24" fmla="*/ 0 w 3755816"/>
                <a:gd name="connsiteY24" fmla="*/ 120341 h 221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55816" h="2217045" fill="none" extrusionOk="0">
                  <a:moveTo>
                    <a:pt x="0" y="120341"/>
                  </a:moveTo>
                  <a:cubicBezTo>
                    <a:pt x="-6464" y="63906"/>
                    <a:pt x="52461" y="-3043"/>
                    <a:pt x="120341" y="0"/>
                  </a:cubicBezTo>
                  <a:cubicBezTo>
                    <a:pt x="323641" y="-23248"/>
                    <a:pt x="391067" y="21921"/>
                    <a:pt x="600743" y="0"/>
                  </a:cubicBezTo>
                  <a:cubicBezTo>
                    <a:pt x="810419" y="-21921"/>
                    <a:pt x="971971" y="19380"/>
                    <a:pt x="1116296" y="0"/>
                  </a:cubicBezTo>
                  <a:cubicBezTo>
                    <a:pt x="1260621" y="-19380"/>
                    <a:pt x="1436992" y="56387"/>
                    <a:pt x="1667000" y="0"/>
                  </a:cubicBezTo>
                  <a:cubicBezTo>
                    <a:pt x="1897008" y="-56387"/>
                    <a:pt x="2110632" y="62254"/>
                    <a:pt x="2252856" y="0"/>
                  </a:cubicBezTo>
                  <a:cubicBezTo>
                    <a:pt x="2395080" y="-62254"/>
                    <a:pt x="2579923" y="6376"/>
                    <a:pt x="2838711" y="0"/>
                  </a:cubicBezTo>
                  <a:cubicBezTo>
                    <a:pt x="3097499" y="-6376"/>
                    <a:pt x="3330716" y="1695"/>
                    <a:pt x="3635475" y="0"/>
                  </a:cubicBezTo>
                  <a:cubicBezTo>
                    <a:pt x="3689539" y="-10272"/>
                    <a:pt x="3756279" y="55478"/>
                    <a:pt x="3755816" y="120341"/>
                  </a:cubicBezTo>
                  <a:cubicBezTo>
                    <a:pt x="3776645" y="340251"/>
                    <a:pt x="3715020" y="515123"/>
                    <a:pt x="3755816" y="634195"/>
                  </a:cubicBezTo>
                  <a:cubicBezTo>
                    <a:pt x="3796612" y="753267"/>
                    <a:pt x="3720895" y="930738"/>
                    <a:pt x="3755816" y="1068995"/>
                  </a:cubicBezTo>
                  <a:cubicBezTo>
                    <a:pt x="3790737" y="1207252"/>
                    <a:pt x="3729209" y="1382004"/>
                    <a:pt x="3755816" y="1523559"/>
                  </a:cubicBezTo>
                  <a:cubicBezTo>
                    <a:pt x="3782423" y="1665114"/>
                    <a:pt x="3713953" y="1891404"/>
                    <a:pt x="3755816" y="2096704"/>
                  </a:cubicBezTo>
                  <a:cubicBezTo>
                    <a:pt x="3752346" y="2144377"/>
                    <a:pt x="3696931" y="2233344"/>
                    <a:pt x="3635475" y="2217045"/>
                  </a:cubicBezTo>
                  <a:cubicBezTo>
                    <a:pt x="3495242" y="2256327"/>
                    <a:pt x="3262541" y="2167583"/>
                    <a:pt x="3084771" y="2217045"/>
                  </a:cubicBezTo>
                  <a:cubicBezTo>
                    <a:pt x="2907001" y="2266507"/>
                    <a:pt x="2751449" y="2169634"/>
                    <a:pt x="2428612" y="2217045"/>
                  </a:cubicBezTo>
                  <a:cubicBezTo>
                    <a:pt x="2105775" y="2264456"/>
                    <a:pt x="2116393" y="2201115"/>
                    <a:pt x="1913059" y="2217045"/>
                  </a:cubicBezTo>
                  <a:cubicBezTo>
                    <a:pt x="1709725" y="2232975"/>
                    <a:pt x="1506505" y="2192810"/>
                    <a:pt x="1327204" y="2217045"/>
                  </a:cubicBezTo>
                  <a:cubicBezTo>
                    <a:pt x="1147903" y="2241280"/>
                    <a:pt x="988741" y="2156278"/>
                    <a:pt x="811651" y="2217045"/>
                  </a:cubicBezTo>
                  <a:cubicBezTo>
                    <a:pt x="634561" y="2277812"/>
                    <a:pt x="457911" y="2211617"/>
                    <a:pt x="120341" y="2217045"/>
                  </a:cubicBezTo>
                  <a:cubicBezTo>
                    <a:pt x="54000" y="2236710"/>
                    <a:pt x="3101" y="2163233"/>
                    <a:pt x="0" y="2096704"/>
                  </a:cubicBezTo>
                  <a:cubicBezTo>
                    <a:pt x="-1427" y="1940057"/>
                    <a:pt x="35816" y="1819792"/>
                    <a:pt x="0" y="1661904"/>
                  </a:cubicBezTo>
                  <a:cubicBezTo>
                    <a:pt x="-35816" y="1504016"/>
                    <a:pt x="5801" y="1391943"/>
                    <a:pt x="0" y="1227104"/>
                  </a:cubicBezTo>
                  <a:cubicBezTo>
                    <a:pt x="-5801" y="1062265"/>
                    <a:pt x="16447" y="836828"/>
                    <a:pt x="0" y="713250"/>
                  </a:cubicBezTo>
                  <a:cubicBezTo>
                    <a:pt x="-16447" y="589672"/>
                    <a:pt x="68740" y="409190"/>
                    <a:pt x="0" y="120341"/>
                  </a:cubicBezTo>
                  <a:close/>
                </a:path>
                <a:path w="3755816" h="2217045" stroke="0" extrusionOk="0">
                  <a:moveTo>
                    <a:pt x="0" y="120341"/>
                  </a:moveTo>
                  <a:cubicBezTo>
                    <a:pt x="6324" y="39088"/>
                    <a:pt x="48770" y="9800"/>
                    <a:pt x="120341" y="0"/>
                  </a:cubicBezTo>
                  <a:cubicBezTo>
                    <a:pt x="331559" y="-62086"/>
                    <a:pt x="471636" y="46645"/>
                    <a:pt x="706197" y="0"/>
                  </a:cubicBezTo>
                  <a:cubicBezTo>
                    <a:pt x="940758" y="-46645"/>
                    <a:pt x="996287" y="57531"/>
                    <a:pt x="1186598" y="0"/>
                  </a:cubicBezTo>
                  <a:cubicBezTo>
                    <a:pt x="1376909" y="-57531"/>
                    <a:pt x="1545535" y="19889"/>
                    <a:pt x="1842757" y="0"/>
                  </a:cubicBezTo>
                  <a:cubicBezTo>
                    <a:pt x="2139979" y="-19889"/>
                    <a:pt x="2343356" y="23631"/>
                    <a:pt x="2498915" y="0"/>
                  </a:cubicBezTo>
                  <a:cubicBezTo>
                    <a:pt x="2654474" y="-23631"/>
                    <a:pt x="2803941" y="22246"/>
                    <a:pt x="3014468" y="0"/>
                  </a:cubicBezTo>
                  <a:cubicBezTo>
                    <a:pt x="3224995" y="-22246"/>
                    <a:pt x="3425654" y="60013"/>
                    <a:pt x="3635475" y="0"/>
                  </a:cubicBezTo>
                  <a:cubicBezTo>
                    <a:pt x="3700124" y="17250"/>
                    <a:pt x="3751994" y="54596"/>
                    <a:pt x="3755816" y="120341"/>
                  </a:cubicBezTo>
                  <a:cubicBezTo>
                    <a:pt x="3799449" y="298151"/>
                    <a:pt x="3735709" y="376690"/>
                    <a:pt x="3755816" y="614432"/>
                  </a:cubicBezTo>
                  <a:cubicBezTo>
                    <a:pt x="3775923" y="852174"/>
                    <a:pt x="3749933" y="1015550"/>
                    <a:pt x="3755816" y="1128286"/>
                  </a:cubicBezTo>
                  <a:cubicBezTo>
                    <a:pt x="3761699" y="1241022"/>
                    <a:pt x="3735374" y="1464762"/>
                    <a:pt x="3755816" y="1582850"/>
                  </a:cubicBezTo>
                  <a:cubicBezTo>
                    <a:pt x="3776258" y="1700938"/>
                    <a:pt x="3729890" y="1865914"/>
                    <a:pt x="3755816" y="2096704"/>
                  </a:cubicBezTo>
                  <a:cubicBezTo>
                    <a:pt x="3741032" y="2162803"/>
                    <a:pt x="3704576" y="2218692"/>
                    <a:pt x="3635475" y="2217045"/>
                  </a:cubicBezTo>
                  <a:cubicBezTo>
                    <a:pt x="3499806" y="2228506"/>
                    <a:pt x="3305357" y="2213469"/>
                    <a:pt x="3049619" y="2217045"/>
                  </a:cubicBezTo>
                  <a:cubicBezTo>
                    <a:pt x="2793881" y="2220621"/>
                    <a:pt x="2641465" y="2203736"/>
                    <a:pt x="2428612" y="2217045"/>
                  </a:cubicBezTo>
                  <a:cubicBezTo>
                    <a:pt x="2215759" y="2230354"/>
                    <a:pt x="2090627" y="2169293"/>
                    <a:pt x="1842757" y="2217045"/>
                  </a:cubicBezTo>
                  <a:cubicBezTo>
                    <a:pt x="1594888" y="2264797"/>
                    <a:pt x="1448864" y="2166889"/>
                    <a:pt x="1256901" y="2217045"/>
                  </a:cubicBezTo>
                  <a:cubicBezTo>
                    <a:pt x="1064938" y="2267201"/>
                    <a:pt x="919189" y="2158925"/>
                    <a:pt x="741348" y="2217045"/>
                  </a:cubicBezTo>
                  <a:cubicBezTo>
                    <a:pt x="563507" y="2275165"/>
                    <a:pt x="257647" y="2185017"/>
                    <a:pt x="120341" y="2217045"/>
                  </a:cubicBezTo>
                  <a:cubicBezTo>
                    <a:pt x="61012" y="2233977"/>
                    <a:pt x="-4605" y="2160099"/>
                    <a:pt x="0" y="2096704"/>
                  </a:cubicBezTo>
                  <a:cubicBezTo>
                    <a:pt x="-20551" y="1959701"/>
                    <a:pt x="42905" y="1853611"/>
                    <a:pt x="0" y="1642141"/>
                  </a:cubicBezTo>
                  <a:cubicBezTo>
                    <a:pt x="-42905" y="1430671"/>
                    <a:pt x="25273" y="1407678"/>
                    <a:pt x="0" y="1207341"/>
                  </a:cubicBezTo>
                  <a:cubicBezTo>
                    <a:pt x="-25273" y="1007004"/>
                    <a:pt x="5594" y="860730"/>
                    <a:pt x="0" y="772541"/>
                  </a:cubicBezTo>
                  <a:cubicBezTo>
                    <a:pt x="-5594" y="684352"/>
                    <a:pt x="76031" y="288750"/>
                    <a:pt x="0" y="120341"/>
                  </a:cubicBezTo>
                  <a:close/>
                </a:path>
              </a:pathLst>
            </a:custGeom>
            <a:solidFill>
              <a:schemeClr val="accent1">
                <a:lumMod val="60000"/>
                <a:lumOff val="40000"/>
              </a:schemeClr>
            </a:solidFill>
            <a:ln>
              <a:solidFill>
                <a:schemeClr val="bg1"/>
              </a:solidFill>
              <a:extLst>
                <a:ext uri="{C807C97D-BFC1-408E-A445-0C87EB9F89A2}">
                  <ask:lineSketchStyleProps xmlns:ask="http://schemas.microsoft.com/office/drawing/2018/sketchyshapes" sd="3777541064">
                    <a:prstGeom prst="roundRect">
                      <a:avLst>
                        <a:gd name="adj" fmla="val 542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10" name="TextBox 45">
              <a:extLst>
                <a:ext uri="{FF2B5EF4-FFF2-40B4-BE49-F238E27FC236}">
                  <a16:creationId xmlns:a16="http://schemas.microsoft.com/office/drawing/2014/main" id="{EC54ACB7-C80D-169E-8F73-0B99B7650778}"/>
                </a:ext>
              </a:extLst>
            </p:cNvPr>
            <p:cNvSpPr txBox="1"/>
            <p:nvPr/>
          </p:nvSpPr>
          <p:spPr>
            <a:xfrm>
              <a:off x="744615" y="2110230"/>
              <a:ext cx="3957198" cy="2085996"/>
            </a:xfrm>
            <a:prstGeom prst="rect">
              <a:avLst/>
            </a:prstGeom>
            <a:noFill/>
          </p:spPr>
          <p:txBody>
            <a:bodyPr wrap="square" rtlCol="0">
              <a:spAutoFit/>
            </a:bodyPr>
            <a:lstStyle/>
            <a:p>
              <a:pPr lvl="0">
                <a:lnSpc>
                  <a:spcPct val="150000"/>
                </a:lnSpc>
              </a:pPr>
              <a:r>
                <a:rPr lang="vi-VN" b="1" dirty="0">
                  <a:latin typeface="Times New Roman" panose="02020603050405020304" pitchFamily="18" charset="0"/>
                  <a:cs typeface="Times New Roman" panose="02020603050405020304" pitchFamily="18" charset="0"/>
                </a:rPr>
                <a:t>Các </a:t>
              </a:r>
              <a:r>
                <a:rPr lang="vi-VN" b="1" dirty="0" err="1">
                  <a:latin typeface="Times New Roman" panose="02020603050405020304" pitchFamily="18" charset="0"/>
                  <a:cs typeface="Times New Roman" panose="02020603050405020304" pitchFamily="18" charset="0"/>
                </a:rPr>
                <a:t>module</a:t>
              </a:r>
              <a:r>
                <a:rPr lang="vi-VN" b="1" dirty="0">
                  <a:latin typeface="Times New Roman" panose="02020603050405020304" pitchFamily="18" charset="0"/>
                  <a:cs typeface="Times New Roman" panose="02020603050405020304" pitchFamily="18" charset="0"/>
                </a:rPr>
                <a:t> chính gồm</a:t>
              </a:r>
              <a:r>
                <a:rPr lang="vi-VN" dirty="0">
                  <a:latin typeface="Times New Roman" panose="02020603050405020304" pitchFamily="18" charset="0"/>
                  <a:cs typeface="Times New Roman" panose="02020603050405020304" pitchFamily="18" charset="0"/>
                </a:rPr>
                <a:t>:</a:t>
              </a:r>
            </a:p>
            <a:p>
              <a:pPr lvl="0">
                <a:lnSpc>
                  <a:spcPct val="150000"/>
                </a:lnSpc>
              </a:pP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auth</a:t>
              </a:r>
              <a:r>
                <a:rPr lang="vi-VN" dirty="0">
                  <a:latin typeface="Times New Roman" panose="02020603050405020304" pitchFamily="18" charset="0"/>
                  <a:cs typeface="Times New Roman" panose="02020603050405020304" pitchFamily="18" charset="0"/>
                </a:rPr>
                <a:t> (xác thực)</a:t>
              </a:r>
            </a:p>
            <a:p>
              <a:pPr lvl="0">
                <a:lnSpc>
                  <a:spcPct val="150000"/>
                </a:lnSpc>
              </a:pP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group</a:t>
              </a:r>
              <a:r>
                <a:rPr lang="vi-VN" dirty="0">
                  <a:latin typeface="Times New Roman" panose="02020603050405020304" pitchFamily="18" charset="0"/>
                  <a:cs typeface="Times New Roman" panose="02020603050405020304" pitchFamily="18" charset="0"/>
                </a:rPr>
                <a:t> (nhóm)</a:t>
              </a:r>
            </a:p>
            <a:p>
              <a:pPr lvl="0">
                <a:lnSpc>
                  <a:spcPct val="150000"/>
                </a:lnSpc>
              </a:pP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chat</a:t>
              </a:r>
              <a:r>
                <a:rPr lang="vi-VN" dirty="0">
                  <a:latin typeface="Times New Roman" panose="02020603050405020304" pitchFamily="18" charset="0"/>
                  <a:cs typeface="Times New Roman" panose="02020603050405020304" pitchFamily="18" charset="0"/>
                </a:rPr>
                <a:t> (trò chuyện)</a:t>
              </a:r>
            </a:p>
            <a:p>
              <a:pPr lvl="0">
                <a:lnSpc>
                  <a:spcPct val="150000"/>
                </a:lnSpc>
              </a:pP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infor</a:t>
              </a:r>
              <a:r>
                <a:rPr lang="vi-VN" dirty="0">
                  <a:latin typeface="Times New Roman" panose="02020603050405020304" pitchFamily="18" charset="0"/>
                  <a:cs typeface="Times New Roman" panose="02020603050405020304" pitchFamily="18" charset="0"/>
                </a:rPr>
                <a:t> (thông tin)</a:t>
              </a:r>
            </a:p>
            <a:p>
              <a:pPr lvl="0">
                <a:lnSpc>
                  <a:spcPct val="150000"/>
                </a:lnSpc>
              </a:pP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chatbot</a:t>
              </a:r>
              <a:r>
                <a:rPr lang="vi-VN" dirty="0">
                  <a:latin typeface="Times New Roman" panose="02020603050405020304" pitchFamily="18" charset="0"/>
                  <a:cs typeface="Times New Roman" panose="02020603050405020304" pitchFamily="18" charset="0"/>
                </a:rPr>
                <a:t> (hỏi AI)</a:t>
              </a:r>
              <a:endParaRPr lang="en-ZW" dirty="0">
                <a:latin typeface="Times New Roman" panose="02020603050405020304" pitchFamily="18" charset="0"/>
                <a:cs typeface="Times New Roman" panose="02020603050405020304" pitchFamily="18" charset="0"/>
              </a:endParaRPr>
            </a:p>
          </p:txBody>
        </p:sp>
      </p:grpSp>
      <p:grpSp>
        <p:nvGrpSpPr>
          <p:cNvPr id="13" name="Nhóm 12">
            <a:extLst>
              <a:ext uri="{FF2B5EF4-FFF2-40B4-BE49-F238E27FC236}">
                <a16:creationId xmlns:a16="http://schemas.microsoft.com/office/drawing/2014/main" id="{E8BDB8B3-B6F0-09C5-C655-08BE4D221EE7}"/>
              </a:ext>
            </a:extLst>
          </p:cNvPr>
          <p:cNvGrpSpPr/>
          <p:nvPr/>
        </p:nvGrpSpPr>
        <p:grpSpPr>
          <a:xfrm>
            <a:off x="7399036" y="3375195"/>
            <a:ext cx="3837681" cy="1056651"/>
            <a:chOff x="701884" y="2053042"/>
            <a:chExt cx="4425722" cy="1064495"/>
          </a:xfrm>
        </p:grpSpPr>
        <p:sp>
          <p:nvSpPr>
            <p:cNvPr id="14" name="Hình chữ nhật: Góc Tròn 13">
              <a:extLst>
                <a:ext uri="{FF2B5EF4-FFF2-40B4-BE49-F238E27FC236}">
                  <a16:creationId xmlns:a16="http://schemas.microsoft.com/office/drawing/2014/main" id="{6A83332E-315E-7A8A-368D-D787A4761AD0}"/>
                </a:ext>
              </a:extLst>
            </p:cNvPr>
            <p:cNvSpPr/>
            <p:nvPr/>
          </p:nvSpPr>
          <p:spPr>
            <a:xfrm>
              <a:off x="701884" y="2053042"/>
              <a:ext cx="3755816" cy="1064495"/>
            </a:xfrm>
            <a:custGeom>
              <a:avLst/>
              <a:gdLst>
                <a:gd name="connsiteX0" fmla="*/ 0 w 3755816"/>
                <a:gd name="connsiteY0" fmla="*/ 57781 h 1064495"/>
                <a:gd name="connsiteX1" fmla="*/ 57781 w 3755816"/>
                <a:gd name="connsiteY1" fmla="*/ 0 h 1064495"/>
                <a:gd name="connsiteX2" fmla="*/ 468610 w 3755816"/>
                <a:gd name="connsiteY2" fmla="*/ 0 h 1064495"/>
                <a:gd name="connsiteX3" fmla="*/ 1025048 w 3755816"/>
                <a:gd name="connsiteY3" fmla="*/ 0 h 1064495"/>
                <a:gd name="connsiteX4" fmla="*/ 1472280 w 3755816"/>
                <a:gd name="connsiteY4" fmla="*/ 0 h 1064495"/>
                <a:gd name="connsiteX5" fmla="*/ 1919511 w 3755816"/>
                <a:gd name="connsiteY5" fmla="*/ 0 h 1064495"/>
                <a:gd name="connsiteX6" fmla="*/ 2403145 w 3755816"/>
                <a:gd name="connsiteY6" fmla="*/ 0 h 1064495"/>
                <a:gd name="connsiteX7" fmla="*/ 2923181 w 3755816"/>
                <a:gd name="connsiteY7" fmla="*/ 0 h 1064495"/>
                <a:gd name="connsiteX8" fmla="*/ 3698035 w 3755816"/>
                <a:gd name="connsiteY8" fmla="*/ 0 h 1064495"/>
                <a:gd name="connsiteX9" fmla="*/ 3755816 w 3755816"/>
                <a:gd name="connsiteY9" fmla="*/ 57781 h 1064495"/>
                <a:gd name="connsiteX10" fmla="*/ 3755816 w 3755816"/>
                <a:gd name="connsiteY10" fmla="*/ 513269 h 1064495"/>
                <a:gd name="connsiteX11" fmla="*/ 3755816 w 3755816"/>
                <a:gd name="connsiteY11" fmla="*/ 1006714 h 1064495"/>
                <a:gd name="connsiteX12" fmla="*/ 3698035 w 3755816"/>
                <a:gd name="connsiteY12" fmla="*/ 1064495 h 1064495"/>
                <a:gd name="connsiteX13" fmla="*/ 3177999 w 3755816"/>
                <a:gd name="connsiteY13" fmla="*/ 1064495 h 1064495"/>
                <a:gd name="connsiteX14" fmla="*/ 2657962 w 3755816"/>
                <a:gd name="connsiteY14" fmla="*/ 1064495 h 1064495"/>
                <a:gd name="connsiteX15" fmla="*/ 2065121 w 3755816"/>
                <a:gd name="connsiteY15" fmla="*/ 1064495 h 1064495"/>
                <a:gd name="connsiteX16" fmla="*/ 1654292 w 3755816"/>
                <a:gd name="connsiteY16" fmla="*/ 1064495 h 1064495"/>
                <a:gd name="connsiteX17" fmla="*/ 1061451 w 3755816"/>
                <a:gd name="connsiteY17" fmla="*/ 1064495 h 1064495"/>
                <a:gd name="connsiteX18" fmla="*/ 614220 w 3755816"/>
                <a:gd name="connsiteY18" fmla="*/ 1064495 h 1064495"/>
                <a:gd name="connsiteX19" fmla="*/ 57781 w 3755816"/>
                <a:gd name="connsiteY19" fmla="*/ 1064495 h 1064495"/>
                <a:gd name="connsiteX20" fmla="*/ 0 w 3755816"/>
                <a:gd name="connsiteY20" fmla="*/ 1006714 h 1064495"/>
                <a:gd name="connsiteX21" fmla="*/ 0 w 3755816"/>
                <a:gd name="connsiteY21" fmla="*/ 513269 h 1064495"/>
                <a:gd name="connsiteX22" fmla="*/ 0 w 3755816"/>
                <a:gd name="connsiteY22" fmla="*/ 57781 h 1064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755816" h="1064495" fill="none" extrusionOk="0">
                  <a:moveTo>
                    <a:pt x="0" y="57781"/>
                  </a:moveTo>
                  <a:cubicBezTo>
                    <a:pt x="-3385" y="31790"/>
                    <a:pt x="24672" y="-4816"/>
                    <a:pt x="57781" y="0"/>
                  </a:cubicBezTo>
                  <a:cubicBezTo>
                    <a:pt x="171084" y="-43595"/>
                    <a:pt x="263585" y="35969"/>
                    <a:pt x="468610" y="0"/>
                  </a:cubicBezTo>
                  <a:cubicBezTo>
                    <a:pt x="673635" y="-35969"/>
                    <a:pt x="857107" y="4512"/>
                    <a:pt x="1025048" y="0"/>
                  </a:cubicBezTo>
                  <a:cubicBezTo>
                    <a:pt x="1192989" y="-4512"/>
                    <a:pt x="1346521" y="44624"/>
                    <a:pt x="1472280" y="0"/>
                  </a:cubicBezTo>
                  <a:cubicBezTo>
                    <a:pt x="1598039" y="-44624"/>
                    <a:pt x="1822148" y="34325"/>
                    <a:pt x="1919511" y="0"/>
                  </a:cubicBezTo>
                  <a:cubicBezTo>
                    <a:pt x="2016874" y="-34325"/>
                    <a:pt x="2200110" y="29628"/>
                    <a:pt x="2403145" y="0"/>
                  </a:cubicBezTo>
                  <a:cubicBezTo>
                    <a:pt x="2606180" y="-29628"/>
                    <a:pt x="2762725" y="51868"/>
                    <a:pt x="2923181" y="0"/>
                  </a:cubicBezTo>
                  <a:cubicBezTo>
                    <a:pt x="3083637" y="-51868"/>
                    <a:pt x="3522815" y="17496"/>
                    <a:pt x="3698035" y="0"/>
                  </a:cubicBezTo>
                  <a:cubicBezTo>
                    <a:pt x="3733836" y="-6758"/>
                    <a:pt x="3753759" y="28057"/>
                    <a:pt x="3755816" y="57781"/>
                  </a:cubicBezTo>
                  <a:cubicBezTo>
                    <a:pt x="3755987" y="209653"/>
                    <a:pt x="3754619" y="289279"/>
                    <a:pt x="3755816" y="513269"/>
                  </a:cubicBezTo>
                  <a:cubicBezTo>
                    <a:pt x="3757013" y="737259"/>
                    <a:pt x="3706602" y="799734"/>
                    <a:pt x="3755816" y="1006714"/>
                  </a:cubicBezTo>
                  <a:cubicBezTo>
                    <a:pt x="3752731" y="1035649"/>
                    <a:pt x="3732854" y="1061665"/>
                    <a:pt x="3698035" y="1064495"/>
                  </a:cubicBezTo>
                  <a:cubicBezTo>
                    <a:pt x="3440692" y="1075715"/>
                    <a:pt x="3341734" y="1054849"/>
                    <a:pt x="3177999" y="1064495"/>
                  </a:cubicBezTo>
                  <a:cubicBezTo>
                    <a:pt x="3014264" y="1074141"/>
                    <a:pt x="2888752" y="1010610"/>
                    <a:pt x="2657962" y="1064495"/>
                  </a:cubicBezTo>
                  <a:cubicBezTo>
                    <a:pt x="2427172" y="1118380"/>
                    <a:pt x="2299025" y="1034010"/>
                    <a:pt x="2065121" y="1064495"/>
                  </a:cubicBezTo>
                  <a:cubicBezTo>
                    <a:pt x="1831217" y="1094980"/>
                    <a:pt x="1755612" y="1016884"/>
                    <a:pt x="1654292" y="1064495"/>
                  </a:cubicBezTo>
                  <a:cubicBezTo>
                    <a:pt x="1552972" y="1112106"/>
                    <a:pt x="1303387" y="1027491"/>
                    <a:pt x="1061451" y="1064495"/>
                  </a:cubicBezTo>
                  <a:cubicBezTo>
                    <a:pt x="819515" y="1101499"/>
                    <a:pt x="806738" y="1014171"/>
                    <a:pt x="614220" y="1064495"/>
                  </a:cubicBezTo>
                  <a:cubicBezTo>
                    <a:pt x="421702" y="1114819"/>
                    <a:pt x="322836" y="1022005"/>
                    <a:pt x="57781" y="1064495"/>
                  </a:cubicBezTo>
                  <a:cubicBezTo>
                    <a:pt x="16680" y="1066957"/>
                    <a:pt x="-3328" y="1030084"/>
                    <a:pt x="0" y="1006714"/>
                  </a:cubicBezTo>
                  <a:cubicBezTo>
                    <a:pt x="-741" y="781441"/>
                    <a:pt x="27067" y="683672"/>
                    <a:pt x="0" y="513269"/>
                  </a:cubicBezTo>
                  <a:cubicBezTo>
                    <a:pt x="-27067" y="342866"/>
                    <a:pt x="6881" y="166299"/>
                    <a:pt x="0" y="57781"/>
                  </a:cubicBezTo>
                  <a:close/>
                </a:path>
                <a:path w="3755816" h="1064495" stroke="0" extrusionOk="0">
                  <a:moveTo>
                    <a:pt x="0" y="57781"/>
                  </a:moveTo>
                  <a:cubicBezTo>
                    <a:pt x="947" y="23655"/>
                    <a:pt x="24433" y="2755"/>
                    <a:pt x="57781" y="0"/>
                  </a:cubicBezTo>
                  <a:cubicBezTo>
                    <a:pt x="172832" y="-29347"/>
                    <a:pt x="411794" y="46115"/>
                    <a:pt x="577817" y="0"/>
                  </a:cubicBezTo>
                  <a:cubicBezTo>
                    <a:pt x="743840" y="-46115"/>
                    <a:pt x="895137" y="13710"/>
                    <a:pt x="988646" y="0"/>
                  </a:cubicBezTo>
                  <a:cubicBezTo>
                    <a:pt x="1082155" y="-13710"/>
                    <a:pt x="1328316" y="69365"/>
                    <a:pt x="1581487" y="0"/>
                  </a:cubicBezTo>
                  <a:cubicBezTo>
                    <a:pt x="1834658" y="-69365"/>
                    <a:pt x="1983990" y="33516"/>
                    <a:pt x="2174329" y="0"/>
                  </a:cubicBezTo>
                  <a:cubicBezTo>
                    <a:pt x="2364668" y="-33516"/>
                    <a:pt x="2513221" y="34385"/>
                    <a:pt x="2621560" y="0"/>
                  </a:cubicBezTo>
                  <a:cubicBezTo>
                    <a:pt x="2729899" y="-34385"/>
                    <a:pt x="2919888" y="12031"/>
                    <a:pt x="3032389" y="0"/>
                  </a:cubicBezTo>
                  <a:cubicBezTo>
                    <a:pt x="3144890" y="-12031"/>
                    <a:pt x="3505968" y="61682"/>
                    <a:pt x="3698035" y="0"/>
                  </a:cubicBezTo>
                  <a:cubicBezTo>
                    <a:pt x="3727760" y="-1000"/>
                    <a:pt x="3752458" y="18478"/>
                    <a:pt x="3755816" y="57781"/>
                  </a:cubicBezTo>
                  <a:cubicBezTo>
                    <a:pt x="3810771" y="301206"/>
                    <a:pt x="3699708" y="313729"/>
                    <a:pt x="3755816" y="551226"/>
                  </a:cubicBezTo>
                  <a:cubicBezTo>
                    <a:pt x="3811924" y="788724"/>
                    <a:pt x="3742264" y="870498"/>
                    <a:pt x="3755816" y="1006714"/>
                  </a:cubicBezTo>
                  <a:cubicBezTo>
                    <a:pt x="3756266" y="1047520"/>
                    <a:pt x="3724387" y="1068134"/>
                    <a:pt x="3698035" y="1064495"/>
                  </a:cubicBezTo>
                  <a:cubicBezTo>
                    <a:pt x="3529802" y="1107184"/>
                    <a:pt x="3427199" y="1042655"/>
                    <a:pt x="3250804" y="1064495"/>
                  </a:cubicBezTo>
                  <a:cubicBezTo>
                    <a:pt x="3074409" y="1086335"/>
                    <a:pt x="2968014" y="1046937"/>
                    <a:pt x="2694365" y="1064495"/>
                  </a:cubicBezTo>
                  <a:cubicBezTo>
                    <a:pt x="2420716" y="1082053"/>
                    <a:pt x="2372021" y="1014233"/>
                    <a:pt x="2137926" y="1064495"/>
                  </a:cubicBezTo>
                  <a:cubicBezTo>
                    <a:pt x="1903831" y="1114757"/>
                    <a:pt x="1741852" y="1024771"/>
                    <a:pt x="1617890" y="1064495"/>
                  </a:cubicBezTo>
                  <a:cubicBezTo>
                    <a:pt x="1493928" y="1104219"/>
                    <a:pt x="1222955" y="1058789"/>
                    <a:pt x="1097854" y="1064495"/>
                  </a:cubicBezTo>
                  <a:cubicBezTo>
                    <a:pt x="972753" y="1070201"/>
                    <a:pt x="799585" y="1021289"/>
                    <a:pt x="650622" y="1064495"/>
                  </a:cubicBezTo>
                  <a:cubicBezTo>
                    <a:pt x="501659" y="1107701"/>
                    <a:pt x="337091" y="1056520"/>
                    <a:pt x="57781" y="1064495"/>
                  </a:cubicBezTo>
                  <a:cubicBezTo>
                    <a:pt x="26592" y="1066210"/>
                    <a:pt x="-2807" y="1036757"/>
                    <a:pt x="0" y="1006714"/>
                  </a:cubicBezTo>
                  <a:cubicBezTo>
                    <a:pt x="-35520" y="784440"/>
                    <a:pt x="47207" y="742506"/>
                    <a:pt x="0" y="551226"/>
                  </a:cubicBezTo>
                  <a:cubicBezTo>
                    <a:pt x="-47207" y="359946"/>
                    <a:pt x="40496" y="216480"/>
                    <a:pt x="0" y="57781"/>
                  </a:cubicBezTo>
                  <a:close/>
                </a:path>
              </a:pathLst>
            </a:custGeom>
            <a:solidFill>
              <a:schemeClr val="accent1">
                <a:lumMod val="60000"/>
                <a:lumOff val="40000"/>
              </a:schemeClr>
            </a:solidFill>
            <a:ln>
              <a:solidFill>
                <a:schemeClr val="bg1"/>
              </a:solidFill>
              <a:extLst>
                <a:ext uri="{C807C97D-BFC1-408E-A445-0C87EB9F89A2}">
                  <ask:lineSketchStyleProps xmlns:ask="http://schemas.microsoft.com/office/drawing/2018/sketchyshapes" sd="3777541064">
                    <a:prstGeom prst="roundRect">
                      <a:avLst>
                        <a:gd name="adj" fmla="val 542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15" name="TextBox 45">
              <a:extLst>
                <a:ext uri="{FF2B5EF4-FFF2-40B4-BE49-F238E27FC236}">
                  <a16:creationId xmlns:a16="http://schemas.microsoft.com/office/drawing/2014/main" id="{F3B12602-1153-B85E-D031-CF840C421946}"/>
                </a:ext>
              </a:extLst>
            </p:cNvPr>
            <p:cNvSpPr txBox="1"/>
            <p:nvPr/>
          </p:nvSpPr>
          <p:spPr>
            <a:xfrm>
              <a:off x="748564" y="2138465"/>
              <a:ext cx="3924365" cy="463397"/>
            </a:xfrm>
            <a:prstGeom prst="rect">
              <a:avLst/>
            </a:prstGeom>
            <a:noFill/>
          </p:spPr>
          <p:txBody>
            <a:bodyPr wrap="square" rtlCol="0">
              <a:spAutoFit/>
            </a:bodyPr>
            <a:lstStyle/>
            <a:p>
              <a:pPr lvl="0">
                <a:lnSpc>
                  <a:spcPct val="150000"/>
                </a:lnSpc>
              </a:pPr>
              <a:r>
                <a:rPr lang="vi-VN" b="1" dirty="0">
                  <a:latin typeface="+mj-lt"/>
                </a:rPr>
                <a:t>EJS:</a:t>
              </a:r>
              <a:r>
                <a:rPr lang="vi-VN" dirty="0">
                  <a:latin typeface="+mj-lt"/>
                </a:rPr>
                <a:t> hiển thị giao diện</a:t>
              </a:r>
              <a:endParaRPr lang="en-ZW" dirty="0">
                <a:latin typeface="+mj-lt"/>
                <a:cs typeface="Times New Roman" panose="02020603050405020304" pitchFamily="18" charset="0"/>
              </a:endParaRPr>
            </a:p>
          </p:txBody>
        </p:sp>
        <p:sp>
          <p:nvSpPr>
            <p:cNvPr id="20" name="TextBox 45">
              <a:extLst>
                <a:ext uri="{FF2B5EF4-FFF2-40B4-BE49-F238E27FC236}">
                  <a16:creationId xmlns:a16="http://schemas.microsoft.com/office/drawing/2014/main" id="{9E1A0D8B-584F-380F-50B7-0B2434061F23}"/>
                </a:ext>
              </a:extLst>
            </p:cNvPr>
            <p:cNvSpPr txBox="1"/>
            <p:nvPr/>
          </p:nvSpPr>
          <p:spPr>
            <a:xfrm>
              <a:off x="701884" y="2484538"/>
              <a:ext cx="4425722" cy="463397"/>
            </a:xfrm>
            <a:prstGeom prst="rect">
              <a:avLst/>
            </a:prstGeom>
            <a:noFill/>
          </p:spPr>
          <p:txBody>
            <a:bodyPr wrap="square" rtlCol="0">
              <a:spAutoFit/>
            </a:bodyPr>
            <a:lstStyle/>
            <a:p>
              <a:pPr lvl="0">
                <a:lnSpc>
                  <a:spcPct val="150000"/>
                </a:lnSpc>
              </a:pPr>
              <a:r>
                <a:rPr lang="vi-VN" b="1" dirty="0">
                  <a:latin typeface="+mj-lt"/>
                </a:rPr>
                <a:t>server.js: </a:t>
              </a:r>
              <a:r>
                <a:rPr lang="vi-VN" dirty="0">
                  <a:latin typeface="+mj-lt"/>
                </a:rPr>
                <a:t>quản lý toàn hệ thống</a:t>
              </a:r>
              <a:endParaRPr lang="en-ZW" dirty="0">
                <a:latin typeface="+mj-lt"/>
                <a:cs typeface="Times New Roman" panose="02020603050405020304" pitchFamily="18" charset="0"/>
              </a:endParaRPr>
            </a:p>
          </p:txBody>
        </p:sp>
      </p:grpSp>
      <p:pic>
        <p:nvPicPr>
          <p:cNvPr id="22" name="Hình ảnh 21" descr="Ảnh có chứa Phông chữ, Đồ họa, biểu tượng, thiết kế&#10;&#10;Nội dung do AI tạo ra có thể không chính xác.">
            <a:extLst>
              <a:ext uri="{FF2B5EF4-FFF2-40B4-BE49-F238E27FC236}">
                <a16:creationId xmlns:a16="http://schemas.microsoft.com/office/drawing/2014/main" id="{BD4D3D07-FF69-14D4-74FD-48205B30748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714896" y="3218605"/>
            <a:ext cx="1004046" cy="1004046"/>
          </a:xfrm>
          <a:prstGeom prst="rect">
            <a:avLst/>
          </a:prstGeom>
        </p:spPr>
      </p:pic>
      <p:pic>
        <p:nvPicPr>
          <p:cNvPr id="24" name="Hình ảnh 23" descr="Ảnh có chứa Phông chữ, Đồ họa, thiết kế đồ họa, biểu đồ&#10;&#10;Nội dung do AI tạo ra có thể không chính xác.">
            <a:extLst>
              <a:ext uri="{FF2B5EF4-FFF2-40B4-BE49-F238E27FC236}">
                <a16:creationId xmlns:a16="http://schemas.microsoft.com/office/drawing/2014/main" id="{8697F344-1FCD-5EF2-53AA-87E30D4E9D9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760231" y="4561885"/>
            <a:ext cx="2958711" cy="1479356"/>
          </a:xfrm>
          <a:prstGeom prst="rect">
            <a:avLst/>
          </a:prstGeom>
        </p:spPr>
      </p:pic>
    </p:spTree>
    <p:extLst>
      <p:ext uri="{BB962C8B-B14F-4D97-AF65-F5344CB8AC3E}">
        <p14:creationId xmlns:p14="http://schemas.microsoft.com/office/powerpoint/2010/main" val="3517937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0B020-D8EA-B75B-4E09-60F10419EFC8}"/>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C5947858-7252-411A-A52B-C1E8820B3EE6}"/>
              </a:ext>
            </a:extLst>
          </p:cNvPr>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53" name="Picture 52" descr="Chart, logo, company name, bubble chart&#10;&#10;Description automatically generated">
            <a:extLst>
              <a:ext uri="{FF2B5EF4-FFF2-40B4-BE49-F238E27FC236}">
                <a16:creationId xmlns:a16="http://schemas.microsoft.com/office/drawing/2014/main" id="{13B186B6-D41E-1ACD-DE28-DACCDFCB8556}"/>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rot="19778565">
            <a:off x="-1549748" y="3606558"/>
            <a:ext cx="951034" cy="799965"/>
          </a:xfrm>
          <a:prstGeom prst="rect">
            <a:avLst/>
          </a:prstGeom>
        </p:spPr>
      </p:pic>
      <p:pic>
        <p:nvPicPr>
          <p:cNvPr id="54" name="Picture 53" descr="Chart, logo, company name, bubble chart&#10;&#10;Description automatically generated">
            <a:extLst>
              <a:ext uri="{FF2B5EF4-FFF2-40B4-BE49-F238E27FC236}">
                <a16:creationId xmlns:a16="http://schemas.microsoft.com/office/drawing/2014/main" id="{4C6DF635-6403-713E-2FC9-459B0CFFF3FB}"/>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4474338" y="2516897"/>
            <a:ext cx="799475" cy="784100"/>
          </a:xfrm>
          <a:prstGeom prst="rect">
            <a:avLst/>
          </a:prstGeom>
        </p:spPr>
      </p:pic>
      <p:pic>
        <p:nvPicPr>
          <p:cNvPr id="55" name="Picture 54" descr="Chart, logo, company name, bubble chart&#10;&#10;Description automatically generated">
            <a:extLst>
              <a:ext uri="{FF2B5EF4-FFF2-40B4-BE49-F238E27FC236}">
                <a16:creationId xmlns:a16="http://schemas.microsoft.com/office/drawing/2014/main" id="{B5F19DCC-86C9-3ABE-EBDD-5EF153179F6D}"/>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rot="946486">
            <a:off x="-1530585" y="7983489"/>
            <a:ext cx="912707" cy="740559"/>
          </a:xfrm>
          <a:prstGeom prst="rect">
            <a:avLst/>
          </a:prstGeom>
        </p:spPr>
      </p:pic>
      <p:pic>
        <p:nvPicPr>
          <p:cNvPr id="56" name="Picture 55" descr="Chart, logo, company name, bubble chart&#10;&#10;Description automatically generated">
            <a:extLst>
              <a:ext uri="{FF2B5EF4-FFF2-40B4-BE49-F238E27FC236}">
                <a16:creationId xmlns:a16="http://schemas.microsoft.com/office/drawing/2014/main" id="{84E89E19-0D03-D542-08C6-554F3A02DCC2}"/>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rot="20058234">
            <a:off x="9139217" y="-2079301"/>
            <a:ext cx="795115" cy="775722"/>
          </a:xfrm>
          <a:prstGeom prst="rect">
            <a:avLst/>
          </a:prstGeom>
        </p:spPr>
      </p:pic>
      <p:pic>
        <p:nvPicPr>
          <p:cNvPr id="57" name="Picture 56" descr="Chart, logo, company name, bubble chart&#10;&#10;Description automatically generated">
            <a:extLst>
              <a:ext uri="{FF2B5EF4-FFF2-40B4-BE49-F238E27FC236}">
                <a16:creationId xmlns:a16="http://schemas.microsoft.com/office/drawing/2014/main" id="{EB44B490-781D-87E3-037D-778B3352B983}"/>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19651691">
            <a:off x="12196997" y="11525703"/>
            <a:ext cx="744261" cy="789097"/>
          </a:xfrm>
          <a:prstGeom prst="rect">
            <a:avLst/>
          </a:prstGeom>
        </p:spPr>
      </p:pic>
      <p:pic>
        <p:nvPicPr>
          <p:cNvPr id="58" name="Picture 57" descr="Chart, logo, company name, bubble chart&#10;&#10;Description automatically generated">
            <a:extLst>
              <a:ext uri="{FF2B5EF4-FFF2-40B4-BE49-F238E27FC236}">
                <a16:creationId xmlns:a16="http://schemas.microsoft.com/office/drawing/2014/main" id="{48285103-50D8-7B6E-A3F7-B2401910AC80}"/>
              </a:ext>
            </a:extLst>
          </p:cNvPr>
          <p:cNvPicPr>
            <a:picLocks noChangeAspect="1"/>
          </p:cNvPicPr>
          <p:nvPr/>
        </p:nvPicPr>
        <p:blipFill rotWithShape="1">
          <a:blip r:embed="rId8">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rot="20440538">
            <a:off x="-1558101" y="-3194771"/>
            <a:ext cx="722489" cy="900224"/>
          </a:xfrm>
          <a:prstGeom prst="rect">
            <a:avLst/>
          </a:prstGeom>
        </p:spPr>
      </p:pic>
      <p:sp>
        <p:nvSpPr>
          <p:cNvPr id="69" name="Rectangle 68">
            <a:extLst>
              <a:ext uri="{FF2B5EF4-FFF2-40B4-BE49-F238E27FC236}">
                <a16:creationId xmlns:a16="http://schemas.microsoft.com/office/drawing/2014/main" id="{F25BC679-80DB-B871-55D5-DE457C953A4B}"/>
              </a:ext>
            </a:extLst>
          </p:cNvPr>
          <p:cNvSpPr/>
          <p:nvPr/>
        </p:nvSpPr>
        <p:spPr>
          <a:xfrm>
            <a:off x="150703" y="-251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70" name="Group 69">
            <a:extLst>
              <a:ext uri="{FF2B5EF4-FFF2-40B4-BE49-F238E27FC236}">
                <a16:creationId xmlns:a16="http://schemas.microsoft.com/office/drawing/2014/main" id="{149CA00D-6ED8-CB47-6848-7AD0914C1588}"/>
              </a:ext>
            </a:extLst>
          </p:cNvPr>
          <p:cNvGrpSpPr/>
          <p:nvPr/>
        </p:nvGrpSpPr>
        <p:grpSpPr>
          <a:xfrm>
            <a:off x="3065043" y="346935"/>
            <a:ext cx="6654018" cy="550671"/>
            <a:chOff x="2768991" y="3077691"/>
            <a:chExt cx="6654018" cy="550671"/>
          </a:xfrm>
        </p:grpSpPr>
        <p:sp>
          <p:nvSpPr>
            <p:cNvPr id="71" name="Rectangle: Rounded Corners 70">
              <a:extLst>
                <a:ext uri="{FF2B5EF4-FFF2-40B4-BE49-F238E27FC236}">
                  <a16:creationId xmlns:a16="http://schemas.microsoft.com/office/drawing/2014/main" id="{FE126AC5-5152-9A74-308D-3EE3C64361C4}"/>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14517C03-F794-5516-9248-D5250F34F343}"/>
                </a:ext>
              </a:extLst>
            </p:cNvPr>
            <p:cNvPicPr>
              <a:picLocks noChangeAspect="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3" name="Picture 72" descr="Icon&#10;&#10;Description automatically generated">
              <a:extLst>
                <a:ext uri="{FF2B5EF4-FFF2-40B4-BE49-F238E27FC236}">
                  <a16:creationId xmlns:a16="http://schemas.microsoft.com/office/drawing/2014/main" id="{95B83B78-70C9-DDEC-5144-58232AFD3D9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4" name="TextBox 73">
            <a:extLst>
              <a:ext uri="{FF2B5EF4-FFF2-40B4-BE49-F238E27FC236}">
                <a16:creationId xmlns:a16="http://schemas.microsoft.com/office/drawing/2014/main" id="{9D6D617D-51BF-41A6-EA5B-0A5E39906433}"/>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FFC000"/>
                </a:solidFill>
                <a:latin typeface="Times New Roman" panose="02020603050405020304" pitchFamily="18" charset="0"/>
                <a:cs typeface="Times New Roman" panose="02020603050405020304" pitchFamily="18" charset="0"/>
              </a:rPr>
              <a:t>Nhóm 4</a:t>
            </a:r>
            <a:endParaRPr lang="en-PH" sz="3600" b="1" dirty="0">
              <a:solidFill>
                <a:srgbClr val="FFC000"/>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B9461E0E-E263-02A3-71FA-03514A0F5F9B}"/>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sp>
        <p:nvSpPr>
          <p:cNvPr id="76" name="Oval 75">
            <a:extLst>
              <a:ext uri="{FF2B5EF4-FFF2-40B4-BE49-F238E27FC236}">
                <a16:creationId xmlns:a16="http://schemas.microsoft.com/office/drawing/2014/main" id="{FFFD55A4-821B-88D5-506D-DEF25A7942A4}"/>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7" name="Oval 76">
            <a:extLst>
              <a:ext uri="{FF2B5EF4-FFF2-40B4-BE49-F238E27FC236}">
                <a16:creationId xmlns:a16="http://schemas.microsoft.com/office/drawing/2014/main" id="{E87FB791-E5E1-AE1A-F9B4-1C9A3E6525A7}"/>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8" name="Oval 77">
            <a:extLst>
              <a:ext uri="{FF2B5EF4-FFF2-40B4-BE49-F238E27FC236}">
                <a16:creationId xmlns:a16="http://schemas.microsoft.com/office/drawing/2014/main" id="{2B6476E8-425C-B832-E36D-F6FD833489CA}"/>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79" name="Group 78">
            <a:extLst>
              <a:ext uri="{FF2B5EF4-FFF2-40B4-BE49-F238E27FC236}">
                <a16:creationId xmlns:a16="http://schemas.microsoft.com/office/drawing/2014/main" id="{E34CABCA-B3A6-5BED-4FE7-34EA1D35CBC3}"/>
              </a:ext>
            </a:extLst>
          </p:cNvPr>
          <p:cNvGrpSpPr/>
          <p:nvPr/>
        </p:nvGrpSpPr>
        <p:grpSpPr>
          <a:xfrm rot="5400000" flipV="1">
            <a:off x="-3352257" y="3352257"/>
            <a:ext cx="6858002" cy="153487"/>
            <a:chOff x="-1" y="6732587"/>
            <a:chExt cx="12192000" cy="127731"/>
          </a:xfrm>
        </p:grpSpPr>
        <p:sp>
          <p:nvSpPr>
            <p:cNvPr id="80" name="Rectangle 79">
              <a:extLst>
                <a:ext uri="{FF2B5EF4-FFF2-40B4-BE49-F238E27FC236}">
                  <a16:creationId xmlns:a16="http://schemas.microsoft.com/office/drawing/2014/main" id="{A5C98017-135C-1C25-EF9C-B65C238B8A8B}"/>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1" name="Rectangle 80">
              <a:extLst>
                <a:ext uri="{FF2B5EF4-FFF2-40B4-BE49-F238E27FC236}">
                  <a16:creationId xmlns:a16="http://schemas.microsoft.com/office/drawing/2014/main" id="{40B7B426-1A98-224B-C535-6BCD304B05D4}"/>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2" name="Rectangle 81">
              <a:extLst>
                <a:ext uri="{FF2B5EF4-FFF2-40B4-BE49-F238E27FC236}">
                  <a16:creationId xmlns:a16="http://schemas.microsoft.com/office/drawing/2014/main" id="{F750CF57-C433-4C72-6992-A1EA74F4786B}"/>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3" name="Rectangle 82">
              <a:extLst>
                <a:ext uri="{FF2B5EF4-FFF2-40B4-BE49-F238E27FC236}">
                  <a16:creationId xmlns:a16="http://schemas.microsoft.com/office/drawing/2014/main" id="{D674E1A9-697C-0201-169B-41DC6B0ED819}"/>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sp>
        <p:nvSpPr>
          <p:cNvPr id="20" name="Rectangle: Rounded Corners 19">
            <a:extLst>
              <a:ext uri="{FF2B5EF4-FFF2-40B4-BE49-F238E27FC236}">
                <a16:creationId xmlns:a16="http://schemas.microsoft.com/office/drawing/2014/main" id="{8DD6E9E2-13AE-C450-3BCB-9FC5F813536D}"/>
              </a:ext>
            </a:extLst>
          </p:cNvPr>
          <p:cNvSpPr/>
          <p:nvPr/>
        </p:nvSpPr>
        <p:spPr>
          <a:xfrm>
            <a:off x="4484545" y="1316122"/>
            <a:ext cx="7526969" cy="5294228"/>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Times New Roman" panose="02020603050405020304" pitchFamily="18" charset="0"/>
              <a:cs typeface="Times New Roman" panose="02020603050405020304" pitchFamily="18" charset="0"/>
            </a:endParaRPr>
          </a:p>
        </p:txBody>
      </p:sp>
      <p:sp>
        <p:nvSpPr>
          <p:cNvPr id="4" name="Rectangle: Folded Corner 46">
            <a:extLst>
              <a:ext uri="{FF2B5EF4-FFF2-40B4-BE49-F238E27FC236}">
                <a16:creationId xmlns:a16="http://schemas.microsoft.com/office/drawing/2014/main" id="{131F62AB-2DC8-01A2-BEF1-CB53B6A4148A}"/>
              </a:ext>
            </a:extLst>
          </p:cNvPr>
          <p:cNvSpPr/>
          <p:nvPr/>
        </p:nvSpPr>
        <p:spPr>
          <a:xfrm>
            <a:off x="302074" y="1316122"/>
            <a:ext cx="4368423" cy="5495416"/>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5" name="TextBox 50">
            <a:extLst>
              <a:ext uri="{FF2B5EF4-FFF2-40B4-BE49-F238E27FC236}">
                <a16:creationId xmlns:a16="http://schemas.microsoft.com/office/drawing/2014/main" id="{9C29F3D1-B048-97D8-9C8A-ADCF56F1B120}"/>
              </a:ext>
            </a:extLst>
          </p:cNvPr>
          <p:cNvSpPr txBox="1"/>
          <p:nvPr/>
        </p:nvSpPr>
        <p:spPr>
          <a:xfrm>
            <a:off x="299289" y="1325647"/>
            <a:ext cx="4039456" cy="2862322"/>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 </a:t>
            </a:r>
            <a:r>
              <a:rPr lang="vi-VN" sz="6000" b="1" dirty="0">
                <a:solidFill>
                  <a:schemeClr val="bg1"/>
                </a:solidFill>
                <a:latin typeface="Times New Roman" panose="02020603050405020304" pitchFamily="18" charset="0"/>
                <a:cs typeface="Times New Roman" panose="02020603050405020304" pitchFamily="18" charset="0"/>
              </a:rPr>
              <a:t>Các </a:t>
            </a:r>
          </a:p>
          <a:p>
            <a:pPr algn="ctr"/>
            <a:r>
              <a:rPr lang="vi-VN" sz="6000" b="1" dirty="0">
                <a:solidFill>
                  <a:schemeClr val="bg1"/>
                </a:solidFill>
                <a:latin typeface="Times New Roman" panose="02020603050405020304" pitchFamily="18" charset="0"/>
                <a:cs typeface="Times New Roman" panose="02020603050405020304" pitchFamily="18" charset="0"/>
              </a:rPr>
              <a:t>chức năng chính</a:t>
            </a:r>
            <a:endParaRPr lang="en-PH" sz="6000" b="1" dirty="0">
              <a:solidFill>
                <a:schemeClr val="bg1"/>
              </a:solidFill>
              <a:latin typeface="Times New Roman" panose="02020603050405020304" pitchFamily="18" charset="0"/>
              <a:cs typeface="Times New Roman" panose="02020603050405020304" pitchFamily="18" charset="0"/>
            </a:endParaRPr>
          </a:p>
        </p:txBody>
      </p:sp>
      <p:sp>
        <p:nvSpPr>
          <p:cNvPr id="25" name="Rectangle: Folded Corner 24">
            <a:extLst>
              <a:ext uri="{FF2B5EF4-FFF2-40B4-BE49-F238E27FC236}">
                <a16:creationId xmlns:a16="http://schemas.microsoft.com/office/drawing/2014/main" id="{CCEA1069-3C76-9992-E977-D5CAD3FDE719}"/>
              </a:ext>
            </a:extLst>
          </p:cNvPr>
          <p:cNvSpPr/>
          <p:nvPr/>
        </p:nvSpPr>
        <p:spPr>
          <a:xfrm>
            <a:off x="5087807" y="1576788"/>
            <a:ext cx="4893734" cy="711200"/>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D48F5B76-9EC2-D1F7-E340-423AE96A59AC}"/>
              </a:ext>
            </a:extLst>
          </p:cNvPr>
          <p:cNvSpPr txBox="1"/>
          <p:nvPr/>
        </p:nvSpPr>
        <p:spPr>
          <a:xfrm>
            <a:off x="5277959" y="1738465"/>
            <a:ext cx="4524858" cy="369332"/>
          </a:xfrm>
          <a:prstGeom prst="rect">
            <a:avLst/>
          </a:prstGeom>
          <a:noFill/>
        </p:spPr>
        <p:txBody>
          <a:bodyPr wrap="square" rtlCol="0">
            <a:spAutoFit/>
          </a:bodyPr>
          <a:lstStyle/>
          <a:p>
            <a:pPr lvl="0"/>
            <a:r>
              <a:rPr lang="vi-VN" b="1" dirty="0">
                <a:solidFill>
                  <a:schemeClr val="bg1"/>
                </a:solidFill>
                <a:latin typeface="+mj-lt"/>
              </a:rPr>
              <a:t>Quản lý người dùng</a:t>
            </a:r>
            <a:endParaRPr lang="en-ZW" b="1" dirty="0">
              <a:solidFill>
                <a:schemeClr val="bg1"/>
              </a:solidFill>
              <a:latin typeface="+mj-lt"/>
            </a:endParaRPr>
          </a:p>
        </p:txBody>
      </p:sp>
      <p:sp>
        <p:nvSpPr>
          <p:cNvPr id="28" name="Rectangle: Folded Corner 27">
            <a:extLst>
              <a:ext uri="{FF2B5EF4-FFF2-40B4-BE49-F238E27FC236}">
                <a16:creationId xmlns:a16="http://schemas.microsoft.com/office/drawing/2014/main" id="{7545609F-A913-5597-3DB5-87CCAD871B29}"/>
              </a:ext>
            </a:extLst>
          </p:cNvPr>
          <p:cNvSpPr/>
          <p:nvPr/>
        </p:nvSpPr>
        <p:spPr>
          <a:xfrm>
            <a:off x="5087807" y="2584857"/>
            <a:ext cx="4893734" cy="711200"/>
          </a:xfrm>
          <a:prstGeom prst="foldedCorner">
            <a:avLst>
              <a:gd name="adj" fmla="val 4761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BFCB9FD4-A6CA-F384-1EAE-A06A4182D27F}"/>
              </a:ext>
            </a:extLst>
          </p:cNvPr>
          <p:cNvSpPr txBox="1"/>
          <p:nvPr/>
        </p:nvSpPr>
        <p:spPr>
          <a:xfrm>
            <a:off x="5277959" y="2723047"/>
            <a:ext cx="3606800" cy="369332"/>
          </a:xfrm>
          <a:prstGeom prst="rect">
            <a:avLst/>
          </a:prstGeom>
          <a:noFill/>
        </p:spPr>
        <p:txBody>
          <a:bodyPr wrap="square" rtlCol="0">
            <a:spAutoFit/>
          </a:bodyPr>
          <a:lstStyle/>
          <a:p>
            <a:pPr lvl="0"/>
            <a:r>
              <a:rPr lang="vi-VN" b="1" dirty="0">
                <a:solidFill>
                  <a:schemeClr val="bg1"/>
                </a:solidFill>
                <a:latin typeface="+mj-lt"/>
              </a:rPr>
              <a:t>Quản lý nhóm làm việc</a:t>
            </a:r>
            <a:endParaRPr lang="en-ZW" b="1" dirty="0">
              <a:solidFill>
                <a:schemeClr val="bg1"/>
              </a:solidFill>
              <a:latin typeface="+mj-lt"/>
            </a:endParaRPr>
          </a:p>
        </p:txBody>
      </p:sp>
      <p:sp>
        <p:nvSpPr>
          <p:cNvPr id="31" name="Rectangle: Folded Corner 30">
            <a:extLst>
              <a:ext uri="{FF2B5EF4-FFF2-40B4-BE49-F238E27FC236}">
                <a16:creationId xmlns:a16="http://schemas.microsoft.com/office/drawing/2014/main" id="{00F8047B-A3B3-4066-0E7D-3806CBB141D2}"/>
              </a:ext>
            </a:extLst>
          </p:cNvPr>
          <p:cNvSpPr/>
          <p:nvPr/>
        </p:nvSpPr>
        <p:spPr>
          <a:xfrm>
            <a:off x="5095090" y="3685923"/>
            <a:ext cx="4893734" cy="711200"/>
          </a:xfrm>
          <a:prstGeom prst="foldedCorner">
            <a:avLst>
              <a:gd name="adj" fmla="val 47619"/>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69EDA7E-DF62-8D57-ED4D-8E6355DE8DC9}"/>
              </a:ext>
            </a:extLst>
          </p:cNvPr>
          <p:cNvSpPr txBox="1"/>
          <p:nvPr/>
        </p:nvSpPr>
        <p:spPr>
          <a:xfrm>
            <a:off x="5314193" y="3835255"/>
            <a:ext cx="3606800" cy="369332"/>
          </a:xfrm>
          <a:prstGeom prst="rect">
            <a:avLst/>
          </a:prstGeom>
          <a:noFill/>
        </p:spPr>
        <p:txBody>
          <a:bodyPr wrap="square" rtlCol="0">
            <a:spAutoFit/>
          </a:bodyPr>
          <a:lstStyle/>
          <a:p>
            <a:pPr lvl="0"/>
            <a:r>
              <a:rPr lang="vi-VN" b="1" dirty="0">
                <a:solidFill>
                  <a:schemeClr val="bg1"/>
                </a:solidFill>
                <a:latin typeface="+mj-lt"/>
              </a:rPr>
              <a:t>Quản lý đoạn </a:t>
            </a:r>
            <a:r>
              <a:rPr lang="vi-VN" b="1" dirty="0" err="1">
                <a:solidFill>
                  <a:schemeClr val="bg1"/>
                </a:solidFill>
                <a:latin typeface="+mj-lt"/>
              </a:rPr>
              <a:t>chat</a:t>
            </a:r>
            <a:endParaRPr lang="en-ZW" b="1" dirty="0">
              <a:solidFill>
                <a:schemeClr val="bg1"/>
              </a:solidFill>
              <a:latin typeface="+mj-lt"/>
            </a:endParaRPr>
          </a:p>
        </p:txBody>
      </p:sp>
      <p:sp>
        <p:nvSpPr>
          <p:cNvPr id="34" name="Rectangle: Folded Corner 33">
            <a:extLst>
              <a:ext uri="{FF2B5EF4-FFF2-40B4-BE49-F238E27FC236}">
                <a16:creationId xmlns:a16="http://schemas.microsoft.com/office/drawing/2014/main" id="{70DC1674-F46C-61FB-9232-50716B1CA43E}"/>
              </a:ext>
            </a:extLst>
          </p:cNvPr>
          <p:cNvSpPr/>
          <p:nvPr/>
        </p:nvSpPr>
        <p:spPr>
          <a:xfrm>
            <a:off x="5095090" y="4693992"/>
            <a:ext cx="4893734" cy="711200"/>
          </a:xfrm>
          <a:prstGeom prst="foldedCorner">
            <a:avLst>
              <a:gd name="adj" fmla="val 47619"/>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4C5EF67-1D87-D855-4D07-EB870CE82DFB}"/>
              </a:ext>
            </a:extLst>
          </p:cNvPr>
          <p:cNvSpPr txBox="1"/>
          <p:nvPr/>
        </p:nvSpPr>
        <p:spPr>
          <a:xfrm>
            <a:off x="5314193" y="4843405"/>
            <a:ext cx="3606800" cy="369332"/>
          </a:xfrm>
          <a:prstGeom prst="rect">
            <a:avLst/>
          </a:prstGeom>
          <a:noFill/>
        </p:spPr>
        <p:txBody>
          <a:bodyPr wrap="square" rtlCol="0">
            <a:spAutoFit/>
          </a:bodyPr>
          <a:lstStyle/>
          <a:p>
            <a:pPr lvl="0"/>
            <a:r>
              <a:rPr lang="vi-VN" b="1" dirty="0">
                <a:solidFill>
                  <a:schemeClr val="bg1"/>
                </a:solidFill>
                <a:latin typeface="+mj-lt"/>
              </a:rPr>
              <a:t>Quản lý công việc</a:t>
            </a:r>
          </a:p>
        </p:txBody>
      </p:sp>
      <p:sp>
        <p:nvSpPr>
          <p:cNvPr id="13" name="Rectangle: Folded Corner 33">
            <a:extLst>
              <a:ext uri="{FF2B5EF4-FFF2-40B4-BE49-F238E27FC236}">
                <a16:creationId xmlns:a16="http://schemas.microsoft.com/office/drawing/2014/main" id="{7D61BA2A-7002-7D12-6FFC-D68CC936D26A}"/>
              </a:ext>
            </a:extLst>
          </p:cNvPr>
          <p:cNvSpPr/>
          <p:nvPr/>
        </p:nvSpPr>
        <p:spPr>
          <a:xfrm>
            <a:off x="5087807" y="5702061"/>
            <a:ext cx="4893734" cy="711200"/>
          </a:xfrm>
          <a:prstGeom prst="foldedCorner">
            <a:avLst>
              <a:gd name="adj" fmla="val 47619"/>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14" name="TextBox 34">
            <a:extLst>
              <a:ext uri="{FF2B5EF4-FFF2-40B4-BE49-F238E27FC236}">
                <a16:creationId xmlns:a16="http://schemas.microsoft.com/office/drawing/2014/main" id="{3F163FAA-4CEC-3477-5357-7DF22BAEC297}"/>
              </a:ext>
            </a:extLst>
          </p:cNvPr>
          <p:cNvSpPr txBox="1"/>
          <p:nvPr/>
        </p:nvSpPr>
        <p:spPr>
          <a:xfrm>
            <a:off x="5306910" y="5851474"/>
            <a:ext cx="3606800" cy="369332"/>
          </a:xfrm>
          <a:prstGeom prst="rect">
            <a:avLst/>
          </a:prstGeom>
          <a:noFill/>
        </p:spPr>
        <p:txBody>
          <a:bodyPr wrap="square" rtlCol="0">
            <a:spAutoFit/>
          </a:bodyPr>
          <a:lstStyle/>
          <a:p>
            <a:pPr lvl="0"/>
            <a:r>
              <a:rPr lang="vi-VN" b="1" dirty="0" err="1">
                <a:solidFill>
                  <a:schemeClr val="bg1"/>
                </a:solidFill>
                <a:latin typeface="+mj-lt"/>
              </a:rPr>
              <a:t>Chatbot</a:t>
            </a:r>
            <a:r>
              <a:rPr lang="vi-VN" b="1" dirty="0">
                <a:solidFill>
                  <a:schemeClr val="bg1"/>
                </a:solidFill>
                <a:latin typeface="+mj-lt"/>
              </a:rPr>
              <a:t> hỗ trợ</a:t>
            </a:r>
            <a:endParaRPr lang="en-ZW" b="1" dirty="0">
              <a:solidFill>
                <a:schemeClr val="bg1"/>
              </a:solidFill>
              <a:latin typeface="+mj-lt"/>
            </a:endParaRPr>
          </a:p>
        </p:txBody>
      </p:sp>
      <p:sp>
        <p:nvSpPr>
          <p:cNvPr id="15" name="Rectangle 39">
            <a:extLst>
              <a:ext uri="{FF2B5EF4-FFF2-40B4-BE49-F238E27FC236}">
                <a16:creationId xmlns:a16="http://schemas.microsoft.com/office/drawing/2014/main" id="{EE9306E6-C8C1-CC43-6249-74547AB50660}"/>
              </a:ext>
            </a:extLst>
          </p:cNvPr>
          <p:cNvSpPr/>
          <p:nvPr/>
        </p:nvSpPr>
        <p:spPr>
          <a:xfrm>
            <a:off x="442856" y="-5557443"/>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16" name="Picture 42" descr="Chart, logo, company name, bubble chart&#10;&#10;Description automatically generated">
            <a:extLst>
              <a:ext uri="{FF2B5EF4-FFF2-40B4-BE49-F238E27FC236}">
                <a16:creationId xmlns:a16="http://schemas.microsoft.com/office/drawing/2014/main" id="{726F93F1-EAF0-E276-5935-81D924C28501}"/>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954919"/>
            <a:ext cx="784843" cy="660173"/>
          </a:xfrm>
          <a:prstGeom prst="rect">
            <a:avLst/>
          </a:prstGeom>
        </p:spPr>
      </p:pic>
      <p:pic>
        <p:nvPicPr>
          <p:cNvPr id="17" name="Picture 43" descr="Chart, logo, company name, bubble chart&#10;&#10;Description automatically generated">
            <a:extLst>
              <a:ext uri="{FF2B5EF4-FFF2-40B4-BE49-F238E27FC236}">
                <a16:creationId xmlns:a16="http://schemas.microsoft.com/office/drawing/2014/main" id="{F023ADCA-9A0F-2E95-29D7-C4C15E45B6BC}"/>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5462355"/>
            <a:ext cx="530083" cy="519889"/>
          </a:xfrm>
          <a:prstGeom prst="rect">
            <a:avLst/>
          </a:prstGeom>
        </p:spPr>
      </p:pic>
      <p:sp>
        <p:nvSpPr>
          <p:cNvPr id="18" name="Rectangle: Folded Corner 44">
            <a:extLst>
              <a:ext uri="{FF2B5EF4-FFF2-40B4-BE49-F238E27FC236}">
                <a16:creationId xmlns:a16="http://schemas.microsoft.com/office/drawing/2014/main" id="{F7771507-6600-AF9F-8067-19458CEEE5E0}"/>
              </a:ext>
            </a:extLst>
          </p:cNvPr>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19" name="TextBox 45">
            <a:extLst>
              <a:ext uri="{FF2B5EF4-FFF2-40B4-BE49-F238E27FC236}">
                <a16:creationId xmlns:a16="http://schemas.microsoft.com/office/drawing/2014/main" id="{5043327F-39F2-1D07-8357-2C2DC5B5FB5F}"/>
              </a:ext>
            </a:extLst>
          </p:cNvPr>
          <p:cNvSpPr txBox="1"/>
          <p:nvPr/>
        </p:nvSpPr>
        <p:spPr>
          <a:xfrm>
            <a:off x="510274" y="-5479581"/>
            <a:ext cx="1496291"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1</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21" name="Picture 48" descr="Chart, logo, company name, bubble chart&#10;&#10;Description automatically generated">
            <a:extLst>
              <a:ext uri="{FF2B5EF4-FFF2-40B4-BE49-F238E27FC236}">
                <a16:creationId xmlns:a16="http://schemas.microsoft.com/office/drawing/2014/main" id="{A78F7D69-6949-2AF5-428C-216D8A65CBA5}"/>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883686"/>
            <a:ext cx="553141" cy="586464"/>
          </a:xfrm>
          <a:prstGeom prst="rect">
            <a:avLst/>
          </a:prstGeom>
        </p:spPr>
      </p:pic>
      <p:pic>
        <p:nvPicPr>
          <p:cNvPr id="24" name="Picture 49" descr="Chart, logo, company name, bubble chart&#10;&#10;Description automatically generated">
            <a:extLst>
              <a:ext uri="{FF2B5EF4-FFF2-40B4-BE49-F238E27FC236}">
                <a16:creationId xmlns:a16="http://schemas.microsoft.com/office/drawing/2014/main" id="{518731FB-349E-5ADC-FE66-F6F16BE484D3}"/>
              </a:ext>
            </a:extLst>
          </p:cNvPr>
          <p:cNvPicPr>
            <a:picLocks noChangeAspect="1"/>
          </p:cNvPicPr>
          <p:nvPr/>
        </p:nvPicPr>
        <p:blipFill rotWithShape="1">
          <a:blip r:embed="rId8">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5543007"/>
            <a:ext cx="471592" cy="587605"/>
          </a:xfrm>
          <a:prstGeom prst="rect">
            <a:avLst/>
          </a:prstGeom>
        </p:spPr>
      </p:pic>
    </p:spTree>
    <p:extLst>
      <p:ext uri="{BB962C8B-B14F-4D97-AF65-F5344CB8AC3E}">
        <p14:creationId xmlns:p14="http://schemas.microsoft.com/office/powerpoint/2010/main" val="1629222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10000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fill="hold"/>
                                        <p:tgtEl>
                                          <p:spTgt spid="25"/>
                                        </p:tgtEl>
                                        <p:attrNameLst>
                                          <p:attrName>ppt_x</p:attrName>
                                        </p:attrNameLst>
                                      </p:cBhvr>
                                      <p:tavLst>
                                        <p:tav tm="0">
                                          <p:val>
                                            <p:strVal val="1+#ppt_w/2"/>
                                          </p:val>
                                        </p:tav>
                                        <p:tav tm="100000">
                                          <p:val>
                                            <p:strVal val="#ppt_x"/>
                                          </p:val>
                                        </p:tav>
                                      </p:tavLst>
                                    </p:anim>
                                    <p:anim calcmode="lin" valueType="num">
                                      <p:cBhvr additive="base">
                                        <p:cTn id="8" dur="10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000" fill="hold"/>
                                        <p:tgtEl>
                                          <p:spTgt spid="26"/>
                                        </p:tgtEl>
                                        <p:attrNameLst>
                                          <p:attrName>ppt_x</p:attrName>
                                        </p:attrNameLst>
                                      </p:cBhvr>
                                      <p:tavLst>
                                        <p:tav tm="0">
                                          <p:val>
                                            <p:strVal val="1+#ppt_w/2"/>
                                          </p:val>
                                        </p:tav>
                                        <p:tav tm="100000">
                                          <p:val>
                                            <p:strVal val="#ppt_x"/>
                                          </p:val>
                                        </p:tav>
                                      </p:tavLst>
                                    </p:anim>
                                    <p:anim calcmode="lin" valueType="num">
                                      <p:cBhvr additive="base">
                                        <p:cTn id="12"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decel="10000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1000" fill="hold"/>
                                        <p:tgtEl>
                                          <p:spTgt spid="28"/>
                                        </p:tgtEl>
                                        <p:attrNameLst>
                                          <p:attrName>ppt_x</p:attrName>
                                        </p:attrNameLst>
                                      </p:cBhvr>
                                      <p:tavLst>
                                        <p:tav tm="0">
                                          <p:val>
                                            <p:strVal val="1+#ppt_w/2"/>
                                          </p:val>
                                        </p:tav>
                                        <p:tav tm="100000">
                                          <p:val>
                                            <p:strVal val="#ppt_x"/>
                                          </p:val>
                                        </p:tav>
                                      </p:tavLst>
                                    </p:anim>
                                    <p:anim calcmode="lin" valueType="num">
                                      <p:cBhvr additive="base">
                                        <p:cTn id="18" dur="1000" fill="hold"/>
                                        <p:tgtEl>
                                          <p:spTgt spid="28"/>
                                        </p:tgtEl>
                                        <p:attrNameLst>
                                          <p:attrName>ppt_y</p:attrName>
                                        </p:attrNameLst>
                                      </p:cBhvr>
                                      <p:tavLst>
                                        <p:tav tm="0">
                                          <p:val>
                                            <p:strVal val="#ppt_y"/>
                                          </p:val>
                                        </p:tav>
                                        <p:tav tm="100000">
                                          <p:val>
                                            <p:strVal val="#ppt_y"/>
                                          </p:val>
                                        </p:tav>
                                      </p:tavLst>
                                    </p:anim>
                                  </p:childTnLst>
                                </p:cTn>
                              </p:par>
                              <p:par>
                                <p:cTn id="19" presetID="2" presetClass="entr" presetSubtype="2" decel="10000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additive="base">
                                        <p:cTn id="21" dur="1000" fill="hold"/>
                                        <p:tgtEl>
                                          <p:spTgt spid="29"/>
                                        </p:tgtEl>
                                        <p:attrNameLst>
                                          <p:attrName>ppt_x</p:attrName>
                                        </p:attrNameLst>
                                      </p:cBhvr>
                                      <p:tavLst>
                                        <p:tav tm="0">
                                          <p:val>
                                            <p:strVal val="1+#ppt_w/2"/>
                                          </p:val>
                                        </p:tav>
                                        <p:tav tm="100000">
                                          <p:val>
                                            <p:strVal val="#ppt_x"/>
                                          </p:val>
                                        </p:tav>
                                      </p:tavLst>
                                    </p:anim>
                                    <p:anim calcmode="lin" valueType="num">
                                      <p:cBhvr additive="base">
                                        <p:cTn id="22"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10000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1000" fill="hold"/>
                                        <p:tgtEl>
                                          <p:spTgt spid="31"/>
                                        </p:tgtEl>
                                        <p:attrNameLst>
                                          <p:attrName>ppt_x</p:attrName>
                                        </p:attrNameLst>
                                      </p:cBhvr>
                                      <p:tavLst>
                                        <p:tav tm="0">
                                          <p:val>
                                            <p:strVal val="1+#ppt_w/2"/>
                                          </p:val>
                                        </p:tav>
                                        <p:tav tm="100000">
                                          <p:val>
                                            <p:strVal val="#ppt_x"/>
                                          </p:val>
                                        </p:tav>
                                      </p:tavLst>
                                    </p:anim>
                                    <p:anim calcmode="lin" valueType="num">
                                      <p:cBhvr additive="base">
                                        <p:cTn id="28" dur="1000" fill="hold"/>
                                        <p:tgtEl>
                                          <p:spTgt spid="31"/>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1000" fill="hold"/>
                                        <p:tgtEl>
                                          <p:spTgt spid="32"/>
                                        </p:tgtEl>
                                        <p:attrNameLst>
                                          <p:attrName>ppt_x</p:attrName>
                                        </p:attrNameLst>
                                      </p:cBhvr>
                                      <p:tavLst>
                                        <p:tav tm="0">
                                          <p:val>
                                            <p:strVal val="1+#ppt_w/2"/>
                                          </p:val>
                                        </p:tav>
                                        <p:tav tm="100000">
                                          <p:val>
                                            <p:strVal val="#ppt_x"/>
                                          </p:val>
                                        </p:tav>
                                      </p:tavLst>
                                    </p:anim>
                                    <p:anim calcmode="lin" valueType="num">
                                      <p:cBhvr additive="base">
                                        <p:cTn id="32" dur="10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decel="10000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1000" fill="hold"/>
                                        <p:tgtEl>
                                          <p:spTgt spid="34"/>
                                        </p:tgtEl>
                                        <p:attrNameLst>
                                          <p:attrName>ppt_x</p:attrName>
                                        </p:attrNameLst>
                                      </p:cBhvr>
                                      <p:tavLst>
                                        <p:tav tm="0">
                                          <p:val>
                                            <p:strVal val="1+#ppt_w/2"/>
                                          </p:val>
                                        </p:tav>
                                        <p:tav tm="100000">
                                          <p:val>
                                            <p:strVal val="#ppt_x"/>
                                          </p:val>
                                        </p:tav>
                                      </p:tavLst>
                                    </p:anim>
                                    <p:anim calcmode="lin" valueType="num">
                                      <p:cBhvr additive="base">
                                        <p:cTn id="38" dur="1000" fill="hold"/>
                                        <p:tgtEl>
                                          <p:spTgt spid="34"/>
                                        </p:tgtEl>
                                        <p:attrNameLst>
                                          <p:attrName>ppt_y</p:attrName>
                                        </p:attrNameLst>
                                      </p:cBhvr>
                                      <p:tavLst>
                                        <p:tav tm="0">
                                          <p:val>
                                            <p:strVal val="#ppt_y"/>
                                          </p:val>
                                        </p:tav>
                                        <p:tav tm="100000">
                                          <p:val>
                                            <p:strVal val="#ppt_y"/>
                                          </p:val>
                                        </p:tav>
                                      </p:tavLst>
                                    </p:anim>
                                  </p:childTnLst>
                                </p:cTn>
                              </p:par>
                              <p:par>
                                <p:cTn id="39" presetID="2" presetClass="entr" presetSubtype="2" decel="10000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1000" fill="hold"/>
                                        <p:tgtEl>
                                          <p:spTgt spid="35"/>
                                        </p:tgtEl>
                                        <p:attrNameLst>
                                          <p:attrName>ppt_x</p:attrName>
                                        </p:attrNameLst>
                                      </p:cBhvr>
                                      <p:tavLst>
                                        <p:tav tm="0">
                                          <p:val>
                                            <p:strVal val="1+#ppt_w/2"/>
                                          </p:val>
                                        </p:tav>
                                        <p:tav tm="100000">
                                          <p:val>
                                            <p:strVal val="#ppt_x"/>
                                          </p:val>
                                        </p:tav>
                                      </p:tavLst>
                                    </p:anim>
                                    <p:anim calcmode="lin" valueType="num">
                                      <p:cBhvr additive="base">
                                        <p:cTn id="42" dur="10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decel="10000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1+#ppt_w/2"/>
                                          </p:val>
                                        </p:tav>
                                        <p:tav tm="100000">
                                          <p:val>
                                            <p:strVal val="#ppt_x"/>
                                          </p:val>
                                        </p:tav>
                                      </p:tavLst>
                                    </p:anim>
                                    <p:anim calcmode="lin" valueType="num">
                                      <p:cBhvr additive="base">
                                        <p:cTn id="48" dur="1000" fill="hold"/>
                                        <p:tgtEl>
                                          <p:spTgt spid="13"/>
                                        </p:tgtEl>
                                        <p:attrNameLst>
                                          <p:attrName>ppt_y</p:attrName>
                                        </p:attrNameLst>
                                      </p:cBhvr>
                                      <p:tavLst>
                                        <p:tav tm="0">
                                          <p:val>
                                            <p:strVal val="#ppt_y"/>
                                          </p:val>
                                        </p:tav>
                                        <p:tav tm="100000">
                                          <p:val>
                                            <p:strVal val="#ppt_y"/>
                                          </p:val>
                                        </p:tav>
                                      </p:tavLst>
                                    </p:anim>
                                  </p:childTnLst>
                                </p:cTn>
                              </p:par>
                              <p:par>
                                <p:cTn id="49" presetID="2" presetClass="entr" presetSubtype="2" decel="10000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1000" fill="hold"/>
                                        <p:tgtEl>
                                          <p:spTgt spid="14"/>
                                        </p:tgtEl>
                                        <p:attrNameLst>
                                          <p:attrName>ppt_x</p:attrName>
                                        </p:attrNameLst>
                                      </p:cBhvr>
                                      <p:tavLst>
                                        <p:tav tm="0">
                                          <p:val>
                                            <p:strVal val="1+#ppt_w/2"/>
                                          </p:val>
                                        </p:tav>
                                        <p:tav tm="100000">
                                          <p:val>
                                            <p:strVal val="#ppt_x"/>
                                          </p:val>
                                        </p:tav>
                                      </p:tavLst>
                                    </p:anim>
                                    <p:anim calcmode="lin" valueType="num">
                                      <p:cBhvr additive="base">
                                        <p:cTn id="52" dur="10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P spid="29" grpId="0"/>
      <p:bldP spid="31" grpId="0" animBg="1"/>
      <p:bldP spid="32" grpId="0"/>
      <p:bldP spid="34" grpId="0" animBg="1"/>
      <p:bldP spid="35" grpId="0"/>
      <p:bldP spid="13"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a:extLst>
              <a:ext uri="{FF2B5EF4-FFF2-40B4-BE49-F238E27FC236}">
                <a16:creationId xmlns:a16="http://schemas.microsoft.com/office/drawing/2014/main" id="{BACF24AC-C0B8-4A8C-94A3-35BF618BB058}"/>
              </a:ext>
            </a:extLst>
          </p:cNvPr>
          <p:cNvSpPr/>
          <p:nvPr/>
        </p:nvSpPr>
        <p:spPr>
          <a:xfrm rot="10800000">
            <a:off x="3299556" y="7303849"/>
            <a:ext cx="2970615" cy="1301307"/>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rot="10800000">
            <a:off x="2981463" y="7526352"/>
            <a:ext cx="3606800" cy="646331"/>
          </a:xfrm>
          <a:prstGeom prst="rect">
            <a:avLst/>
          </a:prstGeom>
          <a:noFill/>
        </p:spPr>
        <p:txBody>
          <a:bodyPr wrap="square" rtlCol="0">
            <a:spAutoFit/>
          </a:bodyPr>
          <a:lstStyle/>
          <a:p>
            <a:pPr algn="ctr"/>
            <a:r>
              <a:rPr lang="en-PH" sz="3600" b="1">
                <a:solidFill>
                  <a:schemeClr val="bg1"/>
                </a:solidFill>
                <a:latin typeface="Times New Roman" panose="02020603050405020304" pitchFamily="18" charset="0"/>
                <a:cs typeface="Times New Roman" panose="02020603050405020304" pitchFamily="18" charset="0"/>
              </a:rPr>
              <a:t>Nội dung 3</a:t>
            </a:r>
            <a:endParaRPr lang="en-PH" sz="3600" b="1"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9978473-FCC1-417F-98E3-C1530E484C89}"/>
              </a:ext>
            </a:extLst>
          </p:cNvPr>
          <p:cNvSpPr/>
          <p:nvPr/>
        </p:nvSpPr>
        <p:spPr>
          <a:xfrm>
            <a:off x="442857" y="1115904"/>
            <a:ext cx="6145406"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BF96599B-EE7B-4F40-889C-3E98EC5435FF}"/>
              </a:ext>
            </a:extLst>
          </p:cNvPr>
          <p:cNvGrpSpPr/>
          <p:nvPr/>
        </p:nvGrpSpPr>
        <p:grpSpPr>
          <a:xfrm>
            <a:off x="422489"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FFC518EE-5EBA-4D00-8ED4-9C14472515F6}"/>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33CD1967-60ED-4EAF-9E51-E24D8B849224}"/>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26DAACC9-DCDA-4898-95EC-06A421B0BA8B}"/>
              </a:ext>
            </a:extLst>
          </p:cNvPr>
          <p:cNvGrpSpPr/>
          <p:nvPr/>
        </p:nvGrpSpPr>
        <p:grpSpPr>
          <a:xfrm rot="5400000">
            <a:off x="3459361" y="3233624"/>
            <a:ext cx="150775" cy="6224526"/>
            <a:chOff x="2661323" y="623826"/>
            <a:chExt cx="150703" cy="4654411"/>
          </a:xfrm>
          <a:solidFill>
            <a:srgbClr val="FBBB01"/>
          </a:solidFill>
        </p:grpSpPr>
        <p:sp>
          <p:nvSpPr>
            <p:cNvPr id="41" name="Rectangle 40">
              <a:extLst>
                <a:ext uri="{FF2B5EF4-FFF2-40B4-BE49-F238E27FC236}">
                  <a16:creationId xmlns:a16="http://schemas.microsoft.com/office/drawing/2014/main" id="{20FB06BE-DE24-42DE-B3AC-D0216E0D1FBC}"/>
                </a:ext>
              </a:extLst>
            </p:cNvPr>
            <p:cNvSpPr/>
            <p:nvPr/>
          </p:nvSpPr>
          <p:spPr>
            <a:xfrm>
              <a:off x="2661323" y="623826"/>
              <a:ext cx="150703" cy="29121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C144EEE-D5DD-450F-971A-80C7DA53BD6A}"/>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2809E44C-EA66-43CE-B365-FD2CA377D914}"/>
              </a:ext>
            </a:extLst>
          </p:cNvPr>
          <p:cNvGrpSpPr/>
          <p:nvPr/>
        </p:nvGrpSpPr>
        <p:grpSpPr>
          <a:xfrm>
            <a:off x="6482038" y="1116799"/>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E78159EC-1A82-4D7A-832F-5897FBECEEC1}"/>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D6161C19-4015-477A-A399-64D37B966DE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2EBEA0DB-D695-4C11-BADA-AA7272EE2195}"/>
              </a:ext>
            </a:extLst>
          </p:cNvPr>
          <p:cNvGrpSpPr/>
          <p:nvPr/>
        </p:nvGrpSpPr>
        <p:grpSpPr>
          <a:xfrm rot="5400000">
            <a:off x="3455737" y="-1908394"/>
            <a:ext cx="158018" cy="6224530"/>
            <a:chOff x="2661323" y="1159617"/>
            <a:chExt cx="150704" cy="4118620"/>
          </a:xfrm>
          <a:solidFill>
            <a:srgbClr val="EA4335"/>
          </a:solidFill>
        </p:grpSpPr>
        <p:sp>
          <p:nvSpPr>
            <p:cNvPr id="58" name="Rectangle 57">
              <a:extLst>
                <a:ext uri="{FF2B5EF4-FFF2-40B4-BE49-F238E27FC236}">
                  <a16:creationId xmlns:a16="http://schemas.microsoft.com/office/drawing/2014/main" id="{F616F319-8303-4934-9073-CFCAD4A72C32}"/>
                </a:ext>
              </a:extLst>
            </p:cNvPr>
            <p:cNvSpPr/>
            <p:nvPr/>
          </p:nvSpPr>
          <p:spPr>
            <a:xfrm>
              <a:off x="2661324" y="1159617"/>
              <a:ext cx="150703" cy="23763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16215087-82F8-43E8-8021-2285551C489B}"/>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sp>
        <p:nvSpPr>
          <p:cNvPr id="47" name="Rectangle: Folded Corner 46">
            <a:extLst>
              <a:ext uri="{FF2B5EF4-FFF2-40B4-BE49-F238E27FC236}">
                <a16:creationId xmlns:a16="http://schemas.microsoft.com/office/drawing/2014/main" id="{75116E7A-FD4F-4B90-AE74-DA0FE1412C01}"/>
              </a:ext>
            </a:extLst>
          </p:cNvPr>
          <p:cNvSpPr/>
          <p:nvPr/>
        </p:nvSpPr>
        <p:spPr>
          <a:xfrm rot="16200000">
            <a:off x="6667828" y="1236418"/>
            <a:ext cx="5206136" cy="4997235"/>
          </a:xfrm>
          <a:prstGeom prst="foldedCorner">
            <a:avLst>
              <a:gd name="adj" fmla="val 26934"/>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5F025378-0AED-405F-ACBF-F6A9FECE0924}"/>
              </a:ext>
            </a:extLst>
          </p:cNvPr>
          <p:cNvSpPr txBox="1"/>
          <p:nvPr/>
        </p:nvSpPr>
        <p:spPr>
          <a:xfrm>
            <a:off x="6620147" y="1282881"/>
            <a:ext cx="2914377"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chính</a:t>
            </a:r>
            <a:endParaRPr lang="en-PH" sz="2000" b="1" dirty="0">
              <a:solidFill>
                <a:schemeClr val="bg1"/>
              </a:solidFill>
              <a:latin typeface="Times New Roman" panose="02020603050405020304" pitchFamily="18" charset="0"/>
              <a:cs typeface="Times New Roman" panose="02020603050405020304" pitchFamily="18" charset="0"/>
            </a:endParaRPr>
          </a:p>
        </p:txBody>
      </p:sp>
      <p:pic>
        <p:nvPicPr>
          <p:cNvPr id="52" name="Picture 51" descr="Apple Moody Foodies">
            <a:extLst>
              <a:ext uri="{FF2B5EF4-FFF2-40B4-BE49-F238E27FC236}">
                <a16:creationId xmlns:a16="http://schemas.microsoft.com/office/drawing/2014/main" id="{7818BCBA-0A71-48A0-868B-978E490AB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067" y="5208699"/>
            <a:ext cx="1008824" cy="1008824"/>
          </a:xfrm>
          <a:prstGeom prst="rect">
            <a:avLst/>
          </a:prstGeom>
        </p:spPr>
      </p:pic>
      <p:pic>
        <p:nvPicPr>
          <p:cNvPr id="61" name="Picture 60" descr="Chart, logo, company name, bubble chart&#10;&#10;Description automatically generated">
            <a:extLst>
              <a:ext uri="{FF2B5EF4-FFF2-40B4-BE49-F238E27FC236}">
                <a16:creationId xmlns:a16="http://schemas.microsoft.com/office/drawing/2014/main" id="{C4E8B1A4-6076-4A24-B5CC-0879FA635103}"/>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645206" y="1244410"/>
            <a:ext cx="784843" cy="660173"/>
          </a:xfrm>
          <a:prstGeom prst="rect">
            <a:avLst/>
          </a:prstGeom>
        </p:spPr>
      </p:pic>
      <p:sp>
        <p:nvSpPr>
          <p:cNvPr id="89" name="Rectangle 88">
            <a:extLst>
              <a:ext uri="{FF2B5EF4-FFF2-40B4-BE49-F238E27FC236}">
                <a16:creationId xmlns:a16="http://schemas.microsoft.com/office/drawing/2014/main" id="{D54D1646-A91C-4BE6-9F23-DA3B1060E9DC}"/>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91" name="Oval 90">
            <a:extLst>
              <a:ext uri="{FF2B5EF4-FFF2-40B4-BE49-F238E27FC236}">
                <a16:creationId xmlns:a16="http://schemas.microsoft.com/office/drawing/2014/main" id="{F09315AE-B91D-4C10-B9E2-63C447AB7A20}"/>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2" name="Oval 91">
            <a:extLst>
              <a:ext uri="{FF2B5EF4-FFF2-40B4-BE49-F238E27FC236}">
                <a16:creationId xmlns:a16="http://schemas.microsoft.com/office/drawing/2014/main" id="{A8DC7BC3-DFC9-4F13-B9BB-A35B3AC1781D}"/>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3" name="Oval 92">
            <a:extLst>
              <a:ext uri="{FF2B5EF4-FFF2-40B4-BE49-F238E27FC236}">
                <a16:creationId xmlns:a16="http://schemas.microsoft.com/office/drawing/2014/main" id="{34F40F07-0CD2-44D9-B144-0E81958A2541}"/>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94" name="Group 93">
            <a:extLst>
              <a:ext uri="{FF2B5EF4-FFF2-40B4-BE49-F238E27FC236}">
                <a16:creationId xmlns:a16="http://schemas.microsoft.com/office/drawing/2014/main" id="{B5964683-818A-4A3A-B376-75B5E69908B4}"/>
              </a:ext>
            </a:extLst>
          </p:cNvPr>
          <p:cNvGrpSpPr/>
          <p:nvPr/>
        </p:nvGrpSpPr>
        <p:grpSpPr>
          <a:xfrm>
            <a:off x="3065043" y="346935"/>
            <a:ext cx="6654018" cy="550671"/>
            <a:chOff x="2768991" y="3077691"/>
            <a:chExt cx="6654018" cy="550671"/>
          </a:xfrm>
        </p:grpSpPr>
        <p:sp>
          <p:nvSpPr>
            <p:cNvPr id="95" name="Rectangle: Rounded Corners 94">
              <a:extLst>
                <a:ext uri="{FF2B5EF4-FFF2-40B4-BE49-F238E27FC236}">
                  <a16:creationId xmlns:a16="http://schemas.microsoft.com/office/drawing/2014/main" id="{330EA7CB-CB61-4F78-9AEC-36B6C818D21C}"/>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96" name="Picture 95">
              <a:extLst>
                <a:ext uri="{FF2B5EF4-FFF2-40B4-BE49-F238E27FC236}">
                  <a16:creationId xmlns:a16="http://schemas.microsoft.com/office/drawing/2014/main" id="{FA15C952-1E4B-406F-9822-20CBBB04AC07}"/>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a:extLst>
                <a:ext uri="{FF2B5EF4-FFF2-40B4-BE49-F238E27FC236}">
                  <a16:creationId xmlns:a16="http://schemas.microsoft.com/office/drawing/2014/main" id="{DF2CB1DB-4813-4A7E-A1A0-B58DC5CCE0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a:extLst>
              <a:ext uri="{FF2B5EF4-FFF2-40B4-BE49-F238E27FC236}">
                <a16:creationId xmlns:a16="http://schemas.microsoft.com/office/drawing/2014/main" id="{4F721B6C-3A9E-4023-8FEF-F44E31DDC934}"/>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pic>
        <p:nvPicPr>
          <p:cNvPr id="104" name="Picture 103" descr="Chart, logo, company name, bubble chart&#10;&#10;Description automatically generated">
            <a:extLst>
              <a:ext uri="{FF2B5EF4-FFF2-40B4-BE49-F238E27FC236}">
                <a16:creationId xmlns:a16="http://schemas.microsoft.com/office/drawing/2014/main" id="{D02C22A8-6153-49C6-9586-22B116ECBD19}"/>
              </a:ext>
            </a:extLst>
          </p:cNvPr>
          <p:cNvPicPr>
            <a:picLocks noChangeAspect="1"/>
          </p:cNvPicPr>
          <p:nvPr/>
        </p:nvPicPr>
        <p:blipFill rotWithShape="1">
          <a:blip r:embed="rId7">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sp>
        <p:nvSpPr>
          <p:cNvPr id="43" name="Oval 42">
            <a:extLst>
              <a:ext uri="{FF2B5EF4-FFF2-40B4-BE49-F238E27FC236}">
                <a16:creationId xmlns:a16="http://schemas.microsoft.com/office/drawing/2014/main" id="{6ACECF63-7805-4A94-84F2-8660BC448F16}"/>
              </a:ext>
            </a:extLst>
          </p:cNvPr>
          <p:cNvSpPr/>
          <p:nvPr/>
        </p:nvSpPr>
        <p:spPr>
          <a:xfrm>
            <a:off x="147366" y="-214853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id="{EC74352C-E9DB-4855-AB9F-94B0C1915F26}"/>
              </a:ext>
            </a:extLst>
          </p:cNvPr>
          <p:cNvSpPr/>
          <p:nvPr/>
        </p:nvSpPr>
        <p:spPr>
          <a:xfrm>
            <a:off x="-2079018" y="4392140"/>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id="{2435D038-AF57-4D9F-95F2-B1E1C40DCE2B}"/>
              </a:ext>
            </a:extLst>
          </p:cNvPr>
          <p:cNvSpPr/>
          <p:nvPr/>
        </p:nvSpPr>
        <p:spPr>
          <a:xfrm>
            <a:off x="14686389" y="6217523"/>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6" name="Oval 45">
            <a:extLst>
              <a:ext uri="{FF2B5EF4-FFF2-40B4-BE49-F238E27FC236}">
                <a16:creationId xmlns:a16="http://schemas.microsoft.com/office/drawing/2014/main" id="{9F5E8A22-A6DA-4EAE-8000-901E69FC9324}"/>
              </a:ext>
            </a:extLst>
          </p:cNvPr>
          <p:cNvSpPr/>
          <p:nvPr/>
        </p:nvSpPr>
        <p:spPr>
          <a:xfrm>
            <a:off x="11720818" y="-266425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48" name="Group 47">
            <a:extLst>
              <a:ext uri="{FF2B5EF4-FFF2-40B4-BE49-F238E27FC236}">
                <a16:creationId xmlns:a16="http://schemas.microsoft.com/office/drawing/2014/main" id="{9BCB0182-A97B-4A67-B3F1-B88CB19B3F2D}"/>
              </a:ext>
            </a:extLst>
          </p:cNvPr>
          <p:cNvGrpSpPr/>
          <p:nvPr/>
        </p:nvGrpSpPr>
        <p:grpSpPr>
          <a:xfrm rot="5400000" flipV="1">
            <a:off x="-3375115" y="3352257"/>
            <a:ext cx="6858002" cy="153487"/>
            <a:chOff x="-1" y="6732587"/>
            <a:chExt cx="12192000" cy="127731"/>
          </a:xfrm>
        </p:grpSpPr>
        <p:sp>
          <p:nvSpPr>
            <p:cNvPr id="49" name="Rectangle 48">
              <a:extLst>
                <a:ext uri="{FF2B5EF4-FFF2-40B4-BE49-F238E27FC236}">
                  <a16:creationId xmlns:a16="http://schemas.microsoft.com/office/drawing/2014/main" id="{FE2A16E8-9191-48C9-B54F-24F53D293378}"/>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0" name="Rectangle 49">
              <a:extLst>
                <a:ext uri="{FF2B5EF4-FFF2-40B4-BE49-F238E27FC236}">
                  <a16:creationId xmlns:a16="http://schemas.microsoft.com/office/drawing/2014/main" id="{FB3CBEA2-AFC9-494F-A778-F5039EBFBC59}"/>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CEA07300-E919-4D4C-A684-47DCA9E67A5A}"/>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1D68C654-B8F3-4706-B054-0F2E7854B81D}"/>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63" name="Picture 62">
            <a:extLst>
              <a:ext uri="{FF2B5EF4-FFF2-40B4-BE49-F238E27FC236}">
                <a16:creationId xmlns:a16="http://schemas.microsoft.com/office/drawing/2014/main" id="{A67397E4-89CE-47DB-B5B6-007BEDBBDC00}"/>
              </a:ext>
            </a:extLst>
          </p:cNvPr>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22506" y="1734351"/>
            <a:ext cx="1241415" cy="775884"/>
          </a:xfrm>
          <a:prstGeom prst="rect">
            <a:avLst/>
          </a:prstGeom>
        </p:spPr>
      </p:pic>
      <p:pic>
        <p:nvPicPr>
          <p:cNvPr id="64" name="Picture 63">
            <a:extLst>
              <a:ext uri="{FF2B5EF4-FFF2-40B4-BE49-F238E27FC236}">
                <a16:creationId xmlns:a16="http://schemas.microsoft.com/office/drawing/2014/main" id="{E29616E4-0FAD-4AE8-96E1-48761D2D9589}"/>
              </a:ext>
            </a:extLst>
          </p:cNvPr>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3154831" y="1495858"/>
            <a:ext cx="1013485" cy="633428"/>
          </a:xfrm>
          <a:prstGeom prst="rect">
            <a:avLst/>
          </a:prstGeom>
        </p:spPr>
      </p:pic>
      <p:sp>
        <p:nvSpPr>
          <p:cNvPr id="4" name="TextBox 62">
            <a:extLst>
              <a:ext uri="{FF2B5EF4-FFF2-40B4-BE49-F238E27FC236}">
                <a16:creationId xmlns:a16="http://schemas.microsoft.com/office/drawing/2014/main" id="{A3948E3D-95A2-1685-6D51-585CC157AF32}"/>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Times New Roman" panose="02020603050405020304" pitchFamily="18" charset="0"/>
                <a:cs typeface="Times New Roman" panose="02020603050405020304" pitchFamily="18" charset="0"/>
              </a:rPr>
              <a:t>Nhóm 4</a:t>
            </a:r>
            <a:endParaRPr lang="en-PH" sz="3600" b="1" dirty="0">
              <a:solidFill>
                <a:srgbClr val="2EA54E"/>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5" name="TextBox 50">
            <a:extLst>
              <a:ext uri="{FF2B5EF4-FFF2-40B4-BE49-F238E27FC236}">
                <a16:creationId xmlns:a16="http://schemas.microsoft.com/office/drawing/2014/main" id="{8D3DAD79-1C4B-9C73-4825-810BACD19E76}"/>
              </a:ext>
            </a:extLst>
          </p:cNvPr>
          <p:cNvSpPr txBox="1"/>
          <p:nvPr/>
        </p:nvSpPr>
        <p:spPr>
          <a:xfrm>
            <a:off x="736945" y="1397566"/>
            <a:ext cx="3207935" cy="400110"/>
          </a:xfrm>
          <a:prstGeom prst="rect">
            <a:avLst/>
          </a:prstGeom>
          <a:noFill/>
        </p:spPr>
        <p:txBody>
          <a:bodyPr wrap="square" rtlCol="0">
            <a:spAutoFit/>
          </a:bodyPr>
          <a:lstStyle/>
          <a:p>
            <a:pPr algn="ctr"/>
            <a:r>
              <a:rPr lang="vi-VN" sz="2000" b="1" dirty="0" err="1">
                <a:latin typeface="Times New Roman" panose="02020603050405020304" pitchFamily="18" charset="0"/>
                <a:cs typeface="Times New Roman" panose="02020603050405020304" pitchFamily="18" charset="0"/>
              </a:rPr>
              <a:t>Use</a:t>
            </a:r>
            <a:r>
              <a:rPr lang="vi-VN" sz="2000" b="1" dirty="0">
                <a:latin typeface="Times New Roman" panose="02020603050405020304" pitchFamily="18" charset="0"/>
                <a:cs typeface="Times New Roman" panose="02020603050405020304" pitchFamily="18" charset="0"/>
              </a:rPr>
              <a:t> </a:t>
            </a:r>
            <a:r>
              <a:rPr lang="vi-VN" sz="2000" b="1" dirty="0" err="1">
                <a:latin typeface="Times New Roman" panose="02020603050405020304" pitchFamily="18" charset="0"/>
                <a:cs typeface="Times New Roman" panose="02020603050405020304" pitchFamily="18" charset="0"/>
              </a:rPr>
              <a:t>case</a:t>
            </a:r>
            <a:r>
              <a:rPr lang="vi-VN" sz="2000" b="1" dirty="0">
                <a:latin typeface="Times New Roman" panose="02020603050405020304" pitchFamily="18" charset="0"/>
                <a:cs typeface="Times New Roman" panose="02020603050405020304" pitchFamily="18" charset="0"/>
              </a:rPr>
              <a:t> </a:t>
            </a:r>
            <a:r>
              <a:rPr lang="vi-VN" sz="2000" b="1" dirty="0" err="1">
                <a:latin typeface="Times New Roman" panose="02020603050405020304" pitchFamily="18" charset="0"/>
                <a:cs typeface="Times New Roman" panose="02020603050405020304" pitchFamily="18" charset="0"/>
              </a:rPr>
              <a:t>diagram</a:t>
            </a:r>
            <a:r>
              <a:rPr lang="vi-VN" sz="2000" b="1" dirty="0" err="1">
                <a:solidFill>
                  <a:schemeClr val="bg1"/>
                </a:solidFill>
                <a:latin typeface="Times New Roman" panose="02020603050405020304" pitchFamily="18" charset="0"/>
                <a:cs typeface="Times New Roman" panose="02020603050405020304" pitchFamily="18" charset="0"/>
              </a:rPr>
              <a:t>h</a:t>
            </a:r>
            <a:endParaRPr lang="en-PH" sz="2000" b="1" dirty="0">
              <a:solidFill>
                <a:schemeClr val="bg1"/>
              </a:solidFill>
              <a:latin typeface="Times New Roman" panose="02020603050405020304" pitchFamily="18" charset="0"/>
              <a:cs typeface="Times New Roman" panose="02020603050405020304" pitchFamily="18" charset="0"/>
            </a:endParaRPr>
          </a:p>
        </p:txBody>
      </p:sp>
      <p:pic>
        <p:nvPicPr>
          <p:cNvPr id="6" name="image7.png">
            <a:extLst>
              <a:ext uri="{FF2B5EF4-FFF2-40B4-BE49-F238E27FC236}">
                <a16:creationId xmlns:a16="http://schemas.microsoft.com/office/drawing/2014/main" id="{DF9F95AB-8CEE-6CE4-746E-3492F2E7019D}"/>
              </a:ext>
            </a:extLst>
          </p:cNvPr>
          <p:cNvPicPr/>
          <p:nvPr/>
        </p:nvPicPr>
        <p:blipFill>
          <a:blip r:embed="rId11"/>
          <a:srcRect/>
          <a:stretch>
            <a:fillRect/>
          </a:stretch>
        </p:blipFill>
        <p:spPr>
          <a:xfrm>
            <a:off x="806568" y="1825626"/>
            <a:ext cx="5153025" cy="4229100"/>
          </a:xfrm>
          <a:prstGeom prst="rect">
            <a:avLst/>
          </a:prstGeom>
          <a:ln/>
        </p:spPr>
      </p:pic>
      <p:pic>
        <p:nvPicPr>
          <p:cNvPr id="60" name="Picture 59" descr="Watermelon Moody Foodies">
            <a:extLst>
              <a:ext uri="{FF2B5EF4-FFF2-40B4-BE49-F238E27FC236}">
                <a16:creationId xmlns:a16="http://schemas.microsoft.com/office/drawing/2014/main" id="{840ED6BA-AEAF-406D-B419-C222FB5E7B0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6479" y="5433023"/>
            <a:ext cx="1008825" cy="1008825"/>
          </a:xfrm>
          <a:prstGeom prst="rect">
            <a:avLst/>
          </a:prstGeom>
        </p:spPr>
      </p:pic>
    </p:spTree>
    <p:extLst>
      <p:ext uri="{BB962C8B-B14F-4D97-AF65-F5344CB8AC3E}">
        <p14:creationId xmlns:p14="http://schemas.microsoft.com/office/powerpoint/2010/main" val="2473056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a:extLst>
            <a:ext uri="{FF2B5EF4-FFF2-40B4-BE49-F238E27FC236}">
              <a16:creationId xmlns:a16="http://schemas.microsoft.com/office/drawing/2014/main" id="{05EF2CA9-1DD6-DB00-3EED-5134FBCAB779}"/>
            </a:ext>
          </a:extLst>
        </p:cNvPr>
        <p:cNvGrpSpPr/>
        <p:nvPr/>
      </p:nvGrpSpPr>
      <p:grpSpPr>
        <a:xfrm>
          <a:off x="0" y="0"/>
          <a:ext cx="0" cy="0"/>
          <a:chOff x="0" y="0"/>
          <a:chExt cx="0" cy="0"/>
        </a:xfrm>
      </p:grpSpPr>
      <p:sp>
        <p:nvSpPr>
          <p:cNvPr id="29" name="Rectangle: Folded Corner 28">
            <a:extLst>
              <a:ext uri="{FF2B5EF4-FFF2-40B4-BE49-F238E27FC236}">
                <a16:creationId xmlns:a16="http://schemas.microsoft.com/office/drawing/2014/main" id="{F9075154-D21E-238B-84F6-1CA21DB96A23}"/>
              </a:ext>
            </a:extLst>
          </p:cNvPr>
          <p:cNvSpPr/>
          <p:nvPr/>
        </p:nvSpPr>
        <p:spPr>
          <a:xfrm rot="10800000">
            <a:off x="3299556" y="7303849"/>
            <a:ext cx="2970615" cy="1301307"/>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A14BE234-FC31-2858-8963-BA259368FC0F}"/>
              </a:ext>
            </a:extLst>
          </p:cNvPr>
          <p:cNvSpPr txBox="1"/>
          <p:nvPr/>
        </p:nvSpPr>
        <p:spPr>
          <a:xfrm rot="10800000">
            <a:off x="2981463" y="7526352"/>
            <a:ext cx="3606800" cy="646331"/>
          </a:xfrm>
          <a:prstGeom prst="rect">
            <a:avLst/>
          </a:prstGeom>
          <a:noFill/>
        </p:spPr>
        <p:txBody>
          <a:bodyPr wrap="square" rtlCol="0">
            <a:spAutoFit/>
          </a:bodyPr>
          <a:lstStyle/>
          <a:p>
            <a:pPr algn="ctr"/>
            <a:r>
              <a:rPr lang="en-PH" sz="3600" b="1">
                <a:solidFill>
                  <a:schemeClr val="bg1"/>
                </a:solidFill>
                <a:latin typeface="Times New Roman" panose="02020603050405020304" pitchFamily="18" charset="0"/>
                <a:cs typeface="Times New Roman" panose="02020603050405020304" pitchFamily="18" charset="0"/>
              </a:rPr>
              <a:t>Nội dung 3</a:t>
            </a:r>
            <a:endParaRPr lang="en-PH" sz="3600" b="1"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F289D5CC-DC28-AEF8-76F2-D06A21468C5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009C4868-9EE1-676B-230F-834411716A49}"/>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BB613965-851E-0744-852A-819405556708}"/>
              </a:ext>
            </a:extLst>
          </p:cNvPr>
          <p:cNvSpPr/>
          <p:nvPr/>
        </p:nvSpPr>
        <p:spPr>
          <a:xfrm>
            <a:off x="442857" y="1115904"/>
            <a:ext cx="354514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F822D53D-9C17-7E21-26B5-6A0127459574}"/>
              </a:ext>
            </a:extLst>
          </p:cNvPr>
          <p:cNvGrpSpPr/>
          <p:nvPr/>
        </p:nvGrpSpPr>
        <p:grpSpPr>
          <a:xfrm>
            <a:off x="422489"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10CB166D-55C5-FDAC-2B48-DAFE1AF1C39E}"/>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1BE7AABD-C33A-A25D-FC70-FF422717758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CCB63FDD-654C-AEB4-9828-E8C337EFF898}"/>
              </a:ext>
            </a:extLst>
          </p:cNvPr>
          <p:cNvGrpSpPr/>
          <p:nvPr/>
        </p:nvGrpSpPr>
        <p:grpSpPr>
          <a:xfrm rot="5400000">
            <a:off x="2163638" y="4507478"/>
            <a:ext cx="172645" cy="3654950"/>
            <a:chOff x="2661323" y="623826"/>
            <a:chExt cx="150703" cy="4654411"/>
          </a:xfrm>
          <a:solidFill>
            <a:srgbClr val="FBBB01"/>
          </a:solidFill>
        </p:grpSpPr>
        <p:sp>
          <p:nvSpPr>
            <p:cNvPr id="41" name="Rectangle 40">
              <a:extLst>
                <a:ext uri="{FF2B5EF4-FFF2-40B4-BE49-F238E27FC236}">
                  <a16:creationId xmlns:a16="http://schemas.microsoft.com/office/drawing/2014/main" id="{24649C2C-4BD0-835E-767C-5E15E2CD431D}"/>
                </a:ext>
              </a:extLst>
            </p:cNvPr>
            <p:cNvSpPr/>
            <p:nvPr/>
          </p:nvSpPr>
          <p:spPr>
            <a:xfrm>
              <a:off x="2661323" y="623826"/>
              <a:ext cx="150703" cy="29121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21932B5C-9F7B-8E24-06E4-473B460B95E5}"/>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990BC51F-F049-1D35-723B-E9396147BCC6}"/>
              </a:ext>
            </a:extLst>
          </p:cNvPr>
          <p:cNvGrpSpPr/>
          <p:nvPr/>
        </p:nvGrpSpPr>
        <p:grpSpPr>
          <a:xfrm>
            <a:off x="3912460" y="1116799"/>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E8D38DBE-2DB0-07FF-7D82-F92ADA99FAB0}"/>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833F8157-4A23-2807-6105-7DB60F4AEF3F}"/>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FC1CFFF5-0982-E258-A8DA-F07309DA50F4}"/>
              </a:ext>
            </a:extLst>
          </p:cNvPr>
          <p:cNvGrpSpPr/>
          <p:nvPr/>
        </p:nvGrpSpPr>
        <p:grpSpPr>
          <a:xfrm rot="5400000">
            <a:off x="2167151" y="-619808"/>
            <a:ext cx="165616" cy="3654955"/>
            <a:chOff x="2661323" y="1159617"/>
            <a:chExt cx="150704" cy="4118620"/>
          </a:xfrm>
          <a:solidFill>
            <a:srgbClr val="EA4335"/>
          </a:solidFill>
        </p:grpSpPr>
        <p:sp>
          <p:nvSpPr>
            <p:cNvPr id="58" name="Rectangle 57">
              <a:extLst>
                <a:ext uri="{FF2B5EF4-FFF2-40B4-BE49-F238E27FC236}">
                  <a16:creationId xmlns:a16="http://schemas.microsoft.com/office/drawing/2014/main" id="{521B1C9E-2982-9A0E-AEAB-CCA9DBD5850A}"/>
                </a:ext>
              </a:extLst>
            </p:cNvPr>
            <p:cNvSpPr/>
            <p:nvPr/>
          </p:nvSpPr>
          <p:spPr>
            <a:xfrm>
              <a:off x="2661324" y="1159617"/>
              <a:ext cx="150703" cy="23763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B04B40BD-17D6-70DA-D7A9-81F0988112CE}"/>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sp>
        <p:nvSpPr>
          <p:cNvPr id="47" name="Rectangle: Folded Corner 46">
            <a:extLst>
              <a:ext uri="{FF2B5EF4-FFF2-40B4-BE49-F238E27FC236}">
                <a16:creationId xmlns:a16="http://schemas.microsoft.com/office/drawing/2014/main" id="{382EA36B-75A7-BCF3-22DF-3BAC4D6B3DEF}"/>
              </a:ext>
            </a:extLst>
          </p:cNvPr>
          <p:cNvSpPr/>
          <p:nvPr/>
        </p:nvSpPr>
        <p:spPr>
          <a:xfrm rot="16200000">
            <a:off x="5428794" y="-2618"/>
            <a:ext cx="5206136" cy="7475306"/>
          </a:xfrm>
          <a:prstGeom prst="foldedCorner">
            <a:avLst>
              <a:gd name="adj" fmla="val 26934"/>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2EC33631-A848-71A5-6509-5F729EB346CB}"/>
              </a:ext>
            </a:extLst>
          </p:cNvPr>
          <p:cNvSpPr txBox="1"/>
          <p:nvPr/>
        </p:nvSpPr>
        <p:spPr>
          <a:xfrm>
            <a:off x="4110572" y="1203114"/>
            <a:ext cx="2970616"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chính</a:t>
            </a:r>
            <a:endParaRPr lang="en-PH" sz="2000" b="1" dirty="0">
              <a:solidFill>
                <a:schemeClr val="bg1"/>
              </a:solidFill>
              <a:latin typeface="Times New Roman" panose="02020603050405020304" pitchFamily="18" charset="0"/>
              <a:cs typeface="Times New Roman" panose="02020603050405020304" pitchFamily="18" charset="0"/>
            </a:endParaRPr>
          </a:p>
        </p:txBody>
      </p:sp>
      <p:pic>
        <p:nvPicPr>
          <p:cNvPr id="52" name="Picture 51" descr="Apple Moody Foodies">
            <a:extLst>
              <a:ext uri="{FF2B5EF4-FFF2-40B4-BE49-F238E27FC236}">
                <a16:creationId xmlns:a16="http://schemas.microsoft.com/office/drawing/2014/main" id="{ED4F22C3-D039-3388-E761-26E77A12A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067" y="5208699"/>
            <a:ext cx="1008824" cy="1008824"/>
          </a:xfrm>
          <a:prstGeom prst="rect">
            <a:avLst/>
          </a:prstGeom>
        </p:spPr>
      </p:pic>
      <p:pic>
        <p:nvPicPr>
          <p:cNvPr id="61" name="Picture 60" descr="Chart, logo, company name, bubble chart&#10;&#10;Description automatically generated">
            <a:extLst>
              <a:ext uri="{FF2B5EF4-FFF2-40B4-BE49-F238E27FC236}">
                <a16:creationId xmlns:a16="http://schemas.microsoft.com/office/drawing/2014/main" id="{737E224F-7E2B-FAC8-7366-5D821B9C9651}"/>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645206" y="1244410"/>
            <a:ext cx="784843" cy="660173"/>
          </a:xfrm>
          <a:prstGeom prst="rect">
            <a:avLst/>
          </a:prstGeom>
        </p:spPr>
      </p:pic>
      <p:sp>
        <p:nvSpPr>
          <p:cNvPr id="89" name="Rectangle 88">
            <a:extLst>
              <a:ext uri="{FF2B5EF4-FFF2-40B4-BE49-F238E27FC236}">
                <a16:creationId xmlns:a16="http://schemas.microsoft.com/office/drawing/2014/main" id="{38CBF961-492D-40CD-EF57-178C20766626}"/>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91" name="Oval 90">
            <a:extLst>
              <a:ext uri="{FF2B5EF4-FFF2-40B4-BE49-F238E27FC236}">
                <a16:creationId xmlns:a16="http://schemas.microsoft.com/office/drawing/2014/main" id="{2DFAF3F0-0511-C4E8-7D28-83EC1BB2820F}"/>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2" name="Oval 91">
            <a:extLst>
              <a:ext uri="{FF2B5EF4-FFF2-40B4-BE49-F238E27FC236}">
                <a16:creationId xmlns:a16="http://schemas.microsoft.com/office/drawing/2014/main" id="{517C9E16-0DF8-CA0C-9725-CE95FBBB2019}"/>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3" name="Oval 92">
            <a:extLst>
              <a:ext uri="{FF2B5EF4-FFF2-40B4-BE49-F238E27FC236}">
                <a16:creationId xmlns:a16="http://schemas.microsoft.com/office/drawing/2014/main" id="{5A290681-7257-C9BF-DA3D-2FDD5877E783}"/>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94" name="Group 93">
            <a:extLst>
              <a:ext uri="{FF2B5EF4-FFF2-40B4-BE49-F238E27FC236}">
                <a16:creationId xmlns:a16="http://schemas.microsoft.com/office/drawing/2014/main" id="{BEBF0FA7-377F-E08F-4F50-1C09C706C696}"/>
              </a:ext>
            </a:extLst>
          </p:cNvPr>
          <p:cNvGrpSpPr/>
          <p:nvPr/>
        </p:nvGrpSpPr>
        <p:grpSpPr>
          <a:xfrm>
            <a:off x="3065043" y="346935"/>
            <a:ext cx="6654018" cy="550671"/>
            <a:chOff x="2768991" y="3077691"/>
            <a:chExt cx="6654018" cy="550671"/>
          </a:xfrm>
        </p:grpSpPr>
        <p:sp>
          <p:nvSpPr>
            <p:cNvPr id="95" name="Rectangle: Rounded Corners 94">
              <a:extLst>
                <a:ext uri="{FF2B5EF4-FFF2-40B4-BE49-F238E27FC236}">
                  <a16:creationId xmlns:a16="http://schemas.microsoft.com/office/drawing/2014/main" id="{30C68B63-FB43-A303-05C2-F2ADFC8F1397}"/>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96" name="Picture 95">
              <a:extLst>
                <a:ext uri="{FF2B5EF4-FFF2-40B4-BE49-F238E27FC236}">
                  <a16:creationId xmlns:a16="http://schemas.microsoft.com/office/drawing/2014/main" id="{22FB148F-88F3-3919-ABB6-7A901C1A03CA}"/>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a:extLst>
                <a:ext uri="{FF2B5EF4-FFF2-40B4-BE49-F238E27FC236}">
                  <a16:creationId xmlns:a16="http://schemas.microsoft.com/office/drawing/2014/main" id="{89DF52C2-DA05-95E8-D0A7-D7190E7C3C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a:extLst>
              <a:ext uri="{FF2B5EF4-FFF2-40B4-BE49-F238E27FC236}">
                <a16:creationId xmlns:a16="http://schemas.microsoft.com/office/drawing/2014/main" id="{4C682E73-72B7-1F84-520D-13D4AD334FBC}"/>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pic>
        <p:nvPicPr>
          <p:cNvPr id="104" name="Picture 103" descr="Chart, logo, company name, bubble chart&#10;&#10;Description automatically generated">
            <a:extLst>
              <a:ext uri="{FF2B5EF4-FFF2-40B4-BE49-F238E27FC236}">
                <a16:creationId xmlns:a16="http://schemas.microsoft.com/office/drawing/2014/main" id="{F80B4F61-0282-DA41-9316-9F8CDF773423}"/>
              </a:ext>
            </a:extLst>
          </p:cNvPr>
          <p:cNvPicPr>
            <a:picLocks noChangeAspect="1"/>
          </p:cNvPicPr>
          <p:nvPr/>
        </p:nvPicPr>
        <p:blipFill rotWithShape="1">
          <a:blip r:embed="rId7">
            <a:extLst>
              <a:ext uri="{BEBA8EAE-BF5A-486C-A8C5-ECC9F3942E4B}">
                <a14:imgProps xmlns:a14="http://schemas.microsoft.com/office/drawing/2010/main">
                  <a14:imgLayer r:embed="rId4">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sp>
        <p:nvSpPr>
          <p:cNvPr id="43" name="Oval 42">
            <a:extLst>
              <a:ext uri="{FF2B5EF4-FFF2-40B4-BE49-F238E27FC236}">
                <a16:creationId xmlns:a16="http://schemas.microsoft.com/office/drawing/2014/main" id="{4D37361A-B9C9-49FB-E890-B0C8C328AD2D}"/>
              </a:ext>
            </a:extLst>
          </p:cNvPr>
          <p:cNvSpPr/>
          <p:nvPr/>
        </p:nvSpPr>
        <p:spPr>
          <a:xfrm>
            <a:off x="147366" y="-214853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id="{AC8661EB-0D3E-9EA7-0B78-385345E56B44}"/>
              </a:ext>
            </a:extLst>
          </p:cNvPr>
          <p:cNvSpPr/>
          <p:nvPr/>
        </p:nvSpPr>
        <p:spPr>
          <a:xfrm>
            <a:off x="-2079018" y="4392140"/>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id="{5D7540B2-D77F-3E39-4D7B-99A3212B6E82}"/>
              </a:ext>
            </a:extLst>
          </p:cNvPr>
          <p:cNvSpPr/>
          <p:nvPr/>
        </p:nvSpPr>
        <p:spPr>
          <a:xfrm>
            <a:off x="14686389" y="6217523"/>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6" name="Oval 45">
            <a:extLst>
              <a:ext uri="{FF2B5EF4-FFF2-40B4-BE49-F238E27FC236}">
                <a16:creationId xmlns:a16="http://schemas.microsoft.com/office/drawing/2014/main" id="{A6CE245E-3419-5E17-4B8D-5272CB8F86C1}"/>
              </a:ext>
            </a:extLst>
          </p:cNvPr>
          <p:cNvSpPr/>
          <p:nvPr/>
        </p:nvSpPr>
        <p:spPr>
          <a:xfrm>
            <a:off x="11720818" y="-2664251"/>
            <a:ext cx="995680" cy="971973"/>
          </a:xfrm>
          <a:prstGeom prst="ellipse">
            <a:avLst/>
          </a:prstGeom>
          <a:blipFill dpi="0" rotWithShape="1">
            <a:blip r:embed="rId8">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48" name="Group 47">
            <a:extLst>
              <a:ext uri="{FF2B5EF4-FFF2-40B4-BE49-F238E27FC236}">
                <a16:creationId xmlns:a16="http://schemas.microsoft.com/office/drawing/2014/main" id="{516EAB45-0BF3-C8FB-E147-E8D711CB1B48}"/>
              </a:ext>
            </a:extLst>
          </p:cNvPr>
          <p:cNvGrpSpPr/>
          <p:nvPr/>
        </p:nvGrpSpPr>
        <p:grpSpPr>
          <a:xfrm rot="5400000" flipV="1">
            <a:off x="-3375115" y="3352257"/>
            <a:ext cx="6858002" cy="153487"/>
            <a:chOff x="-1" y="6732587"/>
            <a:chExt cx="12192000" cy="127731"/>
          </a:xfrm>
        </p:grpSpPr>
        <p:sp>
          <p:nvSpPr>
            <p:cNvPr id="49" name="Rectangle 48">
              <a:extLst>
                <a:ext uri="{FF2B5EF4-FFF2-40B4-BE49-F238E27FC236}">
                  <a16:creationId xmlns:a16="http://schemas.microsoft.com/office/drawing/2014/main" id="{E138727E-5F2A-3E7A-258C-80850791A8E6}"/>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0" name="Rectangle 49">
              <a:extLst>
                <a:ext uri="{FF2B5EF4-FFF2-40B4-BE49-F238E27FC236}">
                  <a16:creationId xmlns:a16="http://schemas.microsoft.com/office/drawing/2014/main" id="{36C89CB2-A24E-CE09-753D-CA5CCD9A4E5F}"/>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977E1A42-EC6C-2815-9506-650456AFB78A}"/>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2" name="Rectangle 61">
              <a:extLst>
                <a:ext uri="{FF2B5EF4-FFF2-40B4-BE49-F238E27FC236}">
                  <a16:creationId xmlns:a16="http://schemas.microsoft.com/office/drawing/2014/main" id="{7B8B7235-2EE6-FD96-39B8-33C8D952DC4B}"/>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63" name="Picture 62">
            <a:extLst>
              <a:ext uri="{FF2B5EF4-FFF2-40B4-BE49-F238E27FC236}">
                <a16:creationId xmlns:a16="http://schemas.microsoft.com/office/drawing/2014/main" id="{F69DC8BF-7294-C2DC-F17A-08D7A713E237}"/>
              </a:ext>
            </a:extLst>
          </p:cNvPr>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22506" y="1734351"/>
            <a:ext cx="1241415" cy="775884"/>
          </a:xfrm>
          <a:prstGeom prst="rect">
            <a:avLst/>
          </a:prstGeom>
        </p:spPr>
      </p:pic>
      <p:pic>
        <p:nvPicPr>
          <p:cNvPr id="64" name="Picture 63">
            <a:extLst>
              <a:ext uri="{FF2B5EF4-FFF2-40B4-BE49-F238E27FC236}">
                <a16:creationId xmlns:a16="http://schemas.microsoft.com/office/drawing/2014/main" id="{635D4B64-1A8C-43C9-7FFF-41E585D55D5B}"/>
              </a:ext>
            </a:extLst>
          </p:cNvPr>
          <p:cNvPicPr>
            <a:picLocks noChangeAspect="1"/>
          </p:cNvPicPr>
          <p:nvPr/>
        </p:nvPicPr>
        <p:blipFill>
          <a:blip r:embed="rId9">
            <a:duotone>
              <a:prstClr val="black"/>
              <a:schemeClr val="bg1">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3154831" y="1495858"/>
            <a:ext cx="1013485" cy="633428"/>
          </a:xfrm>
          <a:prstGeom prst="rect">
            <a:avLst/>
          </a:prstGeom>
        </p:spPr>
      </p:pic>
      <p:sp>
        <p:nvSpPr>
          <p:cNvPr id="4" name="TextBox 62">
            <a:extLst>
              <a:ext uri="{FF2B5EF4-FFF2-40B4-BE49-F238E27FC236}">
                <a16:creationId xmlns:a16="http://schemas.microsoft.com/office/drawing/2014/main" id="{9EA2AD87-C108-FB03-5CE3-A5E983F48871}"/>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Times New Roman" panose="02020603050405020304" pitchFamily="18" charset="0"/>
                <a:cs typeface="Times New Roman" panose="02020603050405020304" pitchFamily="18" charset="0"/>
              </a:rPr>
              <a:t>Nhóm 4</a:t>
            </a:r>
            <a:endParaRPr lang="en-PH" sz="3600" b="1" dirty="0">
              <a:solidFill>
                <a:srgbClr val="2EA54E"/>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5" name="TextBox 50">
            <a:extLst>
              <a:ext uri="{FF2B5EF4-FFF2-40B4-BE49-F238E27FC236}">
                <a16:creationId xmlns:a16="http://schemas.microsoft.com/office/drawing/2014/main" id="{3FB6A47B-8E7A-38AB-3084-D1D911CFFC51}"/>
              </a:ext>
            </a:extLst>
          </p:cNvPr>
          <p:cNvSpPr txBox="1"/>
          <p:nvPr/>
        </p:nvSpPr>
        <p:spPr>
          <a:xfrm>
            <a:off x="736945" y="1397566"/>
            <a:ext cx="3207935" cy="400110"/>
          </a:xfrm>
          <a:prstGeom prst="rect">
            <a:avLst/>
          </a:prstGeom>
          <a:noFill/>
        </p:spPr>
        <p:txBody>
          <a:bodyPr wrap="square" rtlCol="0">
            <a:spAutoFit/>
          </a:bodyPr>
          <a:lstStyle/>
          <a:p>
            <a:pPr algn="ctr"/>
            <a:r>
              <a:rPr lang="vi-VN" sz="2000" b="1" dirty="0" err="1">
                <a:latin typeface="Times New Roman" panose="02020603050405020304" pitchFamily="18" charset="0"/>
                <a:cs typeface="Times New Roman" panose="02020603050405020304" pitchFamily="18" charset="0"/>
              </a:rPr>
              <a:t>Use</a:t>
            </a:r>
            <a:r>
              <a:rPr lang="vi-VN" sz="2000" b="1" dirty="0">
                <a:latin typeface="Times New Roman" panose="02020603050405020304" pitchFamily="18" charset="0"/>
                <a:cs typeface="Times New Roman" panose="02020603050405020304" pitchFamily="18" charset="0"/>
              </a:rPr>
              <a:t> </a:t>
            </a:r>
            <a:r>
              <a:rPr lang="vi-VN" sz="2000" b="1" dirty="0" err="1">
                <a:latin typeface="Times New Roman" panose="02020603050405020304" pitchFamily="18" charset="0"/>
                <a:cs typeface="Times New Roman" panose="02020603050405020304" pitchFamily="18" charset="0"/>
              </a:rPr>
              <a:t>case</a:t>
            </a:r>
            <a:r>
              <a:rPr lang="vi-VN" sz="2000" b="1" dirty="0">
                <a:latin typeface="Times New Roman" panose="02020603050405020304" pitchFamily="18" charset="0"/>
                <a:cs typeface="Times New Roman" panose="02020603050405020304" pitchFamily="18" charset="0"/>
              </a:rPr>
              <a:t> </a:t>
            </a:r>
            <a:r>
              <a:rPr lang="vi-VN" sz="2000" b="1" dirty="0" err="1">
                <a:latin typeface="Times New Roman" panose="02020603050405020304" pitchFamily="18" charset="0"/>
                <a:cs typeface="Times New Roman" panose="02020603050405020304" pitchFamily="18" charset="0"/>
              </a:rPr>
              <a:t>diagram</a:t>
            </a:r>
            <a:r>
              <a:rPr lang="vi-VN" sz="2000" b="1" dirty="0" err="1">
                <a:solidFill>
                  <a:schemeClr val="bg1"/>
                </a:solidFill>
                <a:latin typeface="Times New Roman" panose="02020603050405020304" pitchFamily="18" charset="0"/>
                <a:cs typeface="Times New Roman" panose="02020603050405020304" pitchFamily="18" charset="0"/>
              </a:rPr>
              <a:t>h</a:t>
            </a:r>
            <a:endParaRPr lang="en-PH" sz="2000" b="1" dirty="0">
              <a:solidFill>
                <a:schemeClr val="bg1"/>
              </a:solidFill>
              <a:latin typeface="Times New Roman" panose="02020603050405020304" pitchFamily="18" charset="0"/>
              <a:cs typeface="Times New Roman" panose="02020603050405020304" pitchFamily="18" charset="0"/>
            </a:endParaRPr>
          </a:p>
        </p:txBody>
      </p:sp>
      <p:pic>
        <p:nvPicPr>
          <p:cNvPr id="7" name="image18.png">
            <a:extLst>
              <a:ext uri="{FF2B5EF4-FFF2-40B4-BE49-F238E27FC236}">
                <a16:creationId xmlns:a16="http://schemas.microsoft.com/office/drawing/2014/main" id="{CB3A754E-6DD7-DF0D-F024-C16F2193BDD1}"/>
              </a:ext>
            </a:extLst>
          </p:cNvPr>
          <p:cNvPicPr/>
          <p:nvPr/>
        </p:nvPicPr>
        <p:blipFill>
          <a:blip r:embed="rId11"/>
          <a:srcRect/>
          <a:stretch>
            <a:fillRect/>
          </a:stretch>
        </p:blipFill>
        <p:spPr>
          <a:xfrm>
            <a:off x="4831950" y="2085855"/>
            <a:ext cx="5579745" cy="3517900"/>
          </a:xfrm>
          <a:prstGeom prst="rect">
            <a:avLst/>
          </a:prstGeom>
          <a:ln/>
        </p:spPr>
      </p:pic>
      <p:pic>
        <p:nvPicPr>
          <p:cNvPr id="8" name="image7.png">
            <a:extLst>
              <a:ext uri="{FF2B5EF4-FFF2-40B4-BE49-F238E27FC236}">
                <a16:creationId xmlns:a16="http://schemas.microsoft.com/office/drawing/2014/main" id="{9F505372-6E64-3C06-306C-F13608BA95D9}"/>
              </a:ext>
            </a:extLst>
          </p:cNvPr>
          <p:cNvPicPr/>
          <p:nvPr/>
        </p:nvPicPr>
        <p:blipFill>
          <a:blip r:embed="rId12"/>
          <a:srcRect/>
          <a:stretch>
            <a:fillRect/>
          </a:stretch>
        </p:blipFill>
        <p:spPr>
          <a:xfrm>
            <a:off x="806569" y="1825626"/>
            <a:ext cx="2903318" cy="4229100"/>
          </a:xfrm>
          <a:prstGeom prst="rect">
            <a:avLst/>
          </a:prstGeom>
          <a:ln/>
        </p:spPr>
      </p:pic>
      <p:pic>
        <p:nvPicPr>
          <p:cNvPr id="60" name="Picture 59" descr="Watermelon Moody Foodies">
            <a:extLst>
              <a:ext uri="{FF2B5EF4-FFF2-40B4-BE49-F238E27FC236}">
                <a16:creationId xmlns:a16="http://schemas.microsoft.com/office/drawing/2014/main" id="{8EA98FD7-1837-77CC-A381-CBF98140C95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86479" y="5433023"/>
            <a:ext cx="1008825" cy="1008825"/>
          </a:xfrm>
          <a:prstGeom prst="rect">
            <a:avLst/>
          </a:prstGeom>
        </p:spPr>
      </p:pic>
      <p:sp>
        <p:nvSpPr>
          <p:cNvPr id="9" name="TextBox 50">
            <a:extLst>
              <a:ext uri="{FF2B5EF4-FFF2-40B4-BE49-F238E27FC236}">
                <a16:creationId xmlns:a16="http://schemas.microsoft.com/office/drawing/2014/main" id="{1C825100-4DDC-B4DF-3B87-F8930A3B6738}"/>
              </a:ext>
            </a:extLst>
          </p:cNvPr>
          <p:cNvSpPr txBox="1"/>
          <p:nvPr/>
        </p:nvSpPr>
        <p:spPr>
          <a:xfrm>
            <a:off x="4334033" y="1597621"/>
            <a:ext cx="3996264" cy="400110"/>
          </a:xfrm>
          <a:prstGeom prst="rect">
            <a:avLst/>
          </a:prstGeom>
          <a:noFill/>
        </p:spPr>
        <p:txBody>
          <a:bodyPr wrap="square" rtlCol="0">
            <a:spAutoFit/>
          </a:bodyPr>
          <a:lstStyle/>
          <a:p>
            <a:pPr algn="ctr"/>
            <a:r>
              <a:rPr lang="vi-VN" sz="2000" b="1" dirty="0" err="1">
                <a:solidFill>
                  <a:schemeClr val="bg1"/>
                </a:solidFill>
                <a:latin typeface="Times New Roman" panose="02020603050405020304" pitchFamily="18" charset="0"/>
                <a:cs typeface="Times New Roman" panose="02020603050405020304" pitchFamily="18" charset="0"/>
              </a:rPr>
              <a:t>Entity</a:t>
            </a:r>
            <a:r>
              <a:rPr lang="vi-VN" sz="2000" b="1" dirty="0">
                <a:solidFill>
                  <a:schemeClr val="bg1"/>
                </a:solidFill>
                <a:latin typeface="Times New Roman" panose="02020603050405020304" pitchFamily="18" charset="0"/>
                <a:cs typeface="Times New Roman" panose="02020603050405020304" pitchFamily="18" charset="0"/>
              </a:rPr>
              <a:t> </a:t>
            </a:r>
            <a:r>
              <a:rPr lang="vi-VN" sz="2000" b="1" dirty="0" err="1">
                <a:solidFill>
                  <a:schemeClr val="bg1"/>
                </a:solidFill>
                <a:latin typeface="Times New Roman" panose="02020603050405020304" pitchFamily="18" charset="0"/>
                <a:cs typeface="Times New Roman" panose="02020603050405020304" pitchFamily="18" charset="0"/>
              </a:rPr>
              <a:t>relationship</a:t>
            </a:r>
            <a:r>
              <a:rPr lang="vi-VN" sz="2000" b="1" dirty="0">
                <a:solidFill>
                  <a:schemeClr val="bg1"/>
                </a:solidFill>
                <a:latin typeface="Times New Roman" panose="02020603050405020304" pitchFamily="18" charset="0"/>
                <a:cs typeface="Times New Roman" panose="02020603050405020304" pitchFamily="18" charset="0"/>
              </a:rPr>
              <a:t> </a:t>
            </a:r>
            <a:r>
              <a:rPr lang="vi-VN" sz="2000" b="1" dirty="0" err="1">
                <a:solidFill>
                  <a:schemeClr val="bg1"/>
                </a:solidFill>
                <a:latin typeface="Times New Roman" panose="02020603050405020304" pitchFamily="18" charset="0"/>
                <a:cs typeface="Times New Roman" panose="02020603050405020304" pitchFamily="18" charset="0"/>
              </a:rPr>
              <a:t>diagram</a:t>
            </a:r>
            <a:endParaRPr lang="en-PH"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30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a:extLst>
              <a:ext uri="{FF2B5EF4-FFF2-40B4-BE49-F238E27FC236}">
                <a16:creationId xmlns:a16="http://schemas.microsoft.com/office/drawing/2014/main" id="{BACF24AC-C0B8-4A8C-94A3-35BF618BB058}"/>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3</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48" name="Picture 47" descr="Chart, logo, company name, bubble chart&#10;&#10;Description automatically generated">
            <a:extLst>
              <a:ext uri="{FF2B5EF4-FFF2-40B4-BE49-F238E27FC236}">
                <a16:creationId xmlns:a16="http://schemas.microsoft.com/office/drawing/2014/main" id="{D4F9B939-F3BA-48BF-9A80-E4EA735B16A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a:off x="12192000" y="2900217"/>
            <a:ext cx="528207" cy="515324"/>
          </a:xfrm>
          <a:prstGeom prst="rect">
            <a:avLst/>
          </a:prstGeom>
        </p:spPr>
      </p:pic>
      <p:sp>
        <p:nvSpPr>
          <p:cNvPr id="62" name="Rectangle 61">
            <a:extLst>
              <a:ext uri="{FF2B5EF4-FFF2-40B4-BE49-F238E27FC236}">
                <a16:creationId xmlns:a16="http://schemas.microsoft.com/office/drawing/2014/main" id="{0B6253DC-253E-4C34-964D-DFE9934EF3B3}"/>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765ED49F-4CFB-4AD7-A601-0EBD6CE458E4}"/>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4285F4"/>
                </a:solidFill>
                <a:latin typeface="Times New Roman" panose="02020603050405020304" pitchFamily="18" charset="0"/>
                <a:cs typeface="Times New Roman" panose="02020603050405020304" pitchFamily="18" charset="0"/>
              </a:rPr>
              <a:t>Nhóm 4</a:t>
            </a:r>
            <a:endParaRPr lang="en-PH" sz="3600" b="1" dirty="0">
              <a:solidFill>
                <a:srgbClr val="2EA54E"/>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64" name="Oval 63">
            <a:extLst>
              <a:ext uri="{FF2B5EF4-FFF2-40B4-BE49-F238E27FC236}">
                <a16:creationId xmlns:a16="http://schemas.microsoft.com/office/drawing/2014/main" id="{46E58F87-C749-489B-9CF5-74FA2F0EC30B}"/>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5" name="Oval 64">
            <a:extLst>
              <a:ext uri="{FF2B5EF4-FFF2-40B4-BE49-F238E27FC236}">
                <a16:creationId xmlns:a16="http://schemas.microsoft.com/office/drawing/2014/main" id="{306E5370-C46C-40B2-936F-FC8E274C2600}"/>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6" name="Oval 65">
            <a:extLst>
              <a:ext uri="{FF2B5EF4-FFF2-40B4-BE49-F238E27FC236}">
                <a16:creationId xmlns:a16="http://schemas.microsoft.com/office/drawing/2014/main" id="{1567B3A7-7256-4EF9-B719-142B4DD613C0}"/>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67" name="Group 66">
            <a:extLst>
              <a:ext uri="{FF2B5EF4-FFF2-40B4-BE49-F238E27FC236}">
                <a16:creationId xmlns:a16="http://schemas.microsoft.com/office/drawing/2014/main" id="{F3CF105F-D06B-4E94-8723-2C41758990E4}"/>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A298442C-A06F-4BA9-AF66-D46DFE41A9C5}"/>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69" name="Picture 68">
              <a:extLst>
                <a:ext uri="{FF2B5EF4-FFF2-40B4-BE49-F238E27FC236}">
                  <a16:creationId xmlns:a16="http://schemas.microsoft.com/office/drawing/2014/main" id="{B9BAFF19-28A5-44F1-8F01-BE66168845AB}"/>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BF455F5F-F46D-443A-88BD-5671B9EEA7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3D083AB5-CD1D-4C78-BE9D-60681428B025}"/>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72" name="Group 71">
            <a:extLst>
              <a:ext uri="{FF2B5EF4-FFF2-40B4-BE49-F238E27FC236}">
                <a16:creationId xmlns:a16="http://schemas.microsoft.com/office/drawing/2014/main" id="{3FEFCBA7-5B67-4A6E-B963-8C5B61EC0390}"/>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35E3E172-30B2-4F3D-9933-610CB2AF67B0}"/>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4" name="Rectangle 73">
              <a:extLst>
                <a:ext uri="{FF2B5EF4-FFF2-40B4-BE49-F238E27FC236}">
                  <a16:creationId xmlns:a16="http://schemas.microsoft.com/office/drawing/2014/main" id="{86B5A940-4AB2-4425-9AA7-A5C8FDE4DA23}"/>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06CAF04A-0AA9-40B5-B793-36A96E918E35}"/>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6" name="Rectangle 75">
              <a:extLst>
                <a:ext uri="{FF2B5EF4-FFF2-40B4-BE49-F238E27FC236}">
                  <a16:creationId xmlns:a16="http://schemas.microsoft.com/office/drawing/2014/main" id="{8572B39C-3405-445B-A5BF-543FCEBA6443}"/>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36" name="Picture 35" descr="Chart, logo, company name, bubble chart&#10;&#10;Description automatically generated">
            <a:extLst>
              <a:ext uri="{FF2B5EF4-FFF2-40B4-BE49-F238E27FC236}">
                <a16:creationId xmlns:a16="http://schemas.microsoft.com/office/drawing/2014/main" id="{BD07437D-A67B-4E77-9878-C0699564FAC5}"/>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grpSp>
        <p:nvGrpSpPr>
          <p:cNvPr id="3" name="Group 2">
            <a:extLst>
              <a:ext uri="{FF2B5EF4-FFF2-40B4-BE49-F238E27FC236}">
                <a16:creationId xmlns:a16="http://schemas.microsoft.com/office/drawing/2014/main" id="{BF96599B-EE7B-4F40-889C-3E98EC5435FF}"/>
              </a:ext>
            </a:extLst>
          </p:cNvPr>
          <p:cNvGrpSpPr/>
          <p:nvPr/>
        </p:nvGrpSpPr>
        <p:grpSpPr>
          <a:xfrm>
            <a:off x="2679795" y="1788570"/>
            <a:ext cx="147393" cy="3489667"/>
            <a:chOff x="2661323" y="1779640"/>
            <a:chExt cx="150703" cy="3498597"/>
          </a:xfrm>
          <a:solidFill>
            <a:srgbClr val="2EA54E"/>
          </a:solidFill>
        </p:grpSpPr>
        <p:sp>
          <p:nvSpPr>
            <p:cNvPr id="2" name="Rectangle 1">
              <a:extLst>
                <a:ext uri="{FF2B5EF4-FFF2-40B4-BE49-F238E27FC236}">
                  <a16:creationId xmlns:a16="http://schemas.microsoft.com/office/drawing/2014/main" id="{FFC518EE-5EBA-4D00-8ED4-9C14472515F6}"/>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33CD1967-60ED-4EAF-9E51-E24D8B849224}"/>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26DAACC9-DCDA-4898-95EC-06A421B0BA8B}"/>
              </a:ext>
            </a:extLst>
          </p:cNvPr>
          <p:cNvGrpSpPr/>
          <p:nvPr/>
        </p:nvGrpSpPr>
        <p:grpSpPr>
          <a:xfrm rot="5400000">
            <a:off x="6132636" y="1673342"/>
            <a:ext cx="152055" cy="7057736"/>
            <a:chOff x="2661323" y="1779640"/>
            <a:chExt cx="150703" cy="3498597"/>
          </a:xfrm>
          <a:solidFill>
            <a:srgbClr val="FBBB01"/>
          </a:solidFill>
        </p:grpSpPr>
        <p:sp>
          <p:nvSpPr>
            <p:cNvPr id="41" name="Rectangle 40">
              <a:extLst>
                <a:ext uri="{FF2B5EF4-FFF2-40B4-BE49-F238E27FC236}">
                  <a16:creationId xmlns:a16="http://schemas.microsoft.com/office/drawing/2014/main" id="{20FB06BE-DE24-42DE-B3AC-D0216E0D1FBC}"/>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C144EEE-D5DD-450F-971A-80C7DA53BD6A}"/>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2809E44C-EA66-43CE-B365-FD2CA377D914}"/>
              </a:ext>
            </a:extLst>
          </p:cNvPr>
          <p:cNvGrpSpPr/>
          <p:nvPr/>
        </p:nvGrpSpPr>
        <p:grpSpPr>
          <a:xfrm>
            <a:off x="9587820" y="1788570"/>
            <a:ext cx="147393" cy="3489667"/>
            <a:chOff x="2661323" y="1779640"/>
            <a:chExt cx="150703" cy="3498597"/>
          </a:xfrm>
          <a:solidFill>
            <a:srgbClr val="3D81F4"/>
          </a:solidFill>
        </p:grpSpPr>
        <p:sp>
          <p:nvSpPr>
            <p:cNvPr id="55" name="Rectangle 54">
              <a:extLst>
                <a:ext uri="{FF2B5EF4-FFF2-40B4-BE49-F238E27FC236}">
                  <a16:creationId xmlns:a16="http://schemas.microsoft.com/office/drawing/2014/main" id="{E78159EC-1A82-4D7A-832F-5897FBECEEC1}"/>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D6161C19-4015-477A-A399-64D37B966DE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2EBEA0DB-D695-4C11-BADA-AA7272EE2195}"/>
              </a:ext>
            </a:extLst>
          </p:cNvPr>
          <p:cNvGrpSpPr/>
          <p:nvPr/>
        </p:nvGrpSpPr>
        <p:grpSpPr>
          <a:xfrm rot="5400000">
            <a:off x="6129706" y="-1661340"/>
            <a:ext cx="152054" cy="7051877"/>
            <a:chOff x="2661323" y="1779640"/>
            <a:chExt cx="150703" cy="3498597"/>
          </a:xfrm>
          <a:solidFill>
            <a:srgbClr val="EA4335"/>
          </a:solidFill>
        </p:grpSpPr>
        <p:sp>
          <p:nvSpPr>
            <p:cNvPr id="58" name="Rectangle 57">
              <a:extLst>
                <a:ext uri="{FF2B5EF4-FFF2-40B4-BE49-F238E27FC236}">
                  <a16:creationId xmlns:a16="http://schemas.microsoft.com/office/drawing/2014/main" id="{F616F319-8303-4934-9073-CFCAD4A72C32}"/>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16215087-82F8-43E8-8021-2285551C489B}"/>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sp>
        <p:nvSpPr>
          <p:cNvPr id="60" name="Rectangle: Folded Corner 59">
            <a:extLst>
              <a:ext uri="{FF2B5EF4-FFF2-40B4-BE49-F238E27FC236}">
                <a16:creationId xmlns:a16="http://schemas.microsoft.com/office/drawing/2014/main" id="{0F71C724-84CD-49D6-B96B-40AD3AF4DED8}"/>
              </a:ext>
            </a:extLst>
          </p:cNvPr>
          <p:cNvSpPr/>
          <p:nvPr/>
        </p:nvSpPr>
        <p:spPr>
          <a:xfrm>
            <a:off x="3868380" y="2900217"/>
            <a:ext cx="5047343" cy="1377615"/>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AB6445D3-BE92-42D5-83CF-5056B2B5AB27}"/>
              </a:ext>
            </a:extLst>
          </p:cNvPr>
          <p:cNvSpPr txBox="1"/>
          <p:nvPr/>
        </p:nvSpPr>
        <p:spPr>
          <a:xfrm>
            <a:off x="3833711" y="3172493"/>
            <a:ext cx="5026468" cy="584775"/>
          </a:xfrm>
          <a:prstGeom prst="rect">
            <a:avLst/>
          </a:prstGeom>
          <a:noFill/>
        </p:spPr>
        <p:txBody>
          <a:bodyPr wrap="square" rtlCol="0">
            <a:spAutoFit/>
          </a:bodyPr>
          <a:lstStyle/>
          <a:p>
            <a:pPr algn="ctr"/>
            <a:r>
              <a:rPr lang="vi-VN" sz="3200" b="1" dirty="0">
                <a:solidFill>
                  <a:schemeClr val="bg1"/>
                </a:solidFill>
                <a:latin typeface="Times New Roman" panose="02020603050405020304" pitchFamily="18" charset="0"/>
                <a:cs typeface="Times New Roman" panose="02020603050405020304" pitchFamily="18" charset="0"/>
              </a:rPr>
              <a:t>2, Báo cáo tiến độ</a:t>
            </a:r>
            <a:endParaRPr lang="en-PH"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337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par>
                                <p:cTn id="8" presetID="22" presetClass="entr" presetSubtype="8" fill="hold" nodeType="withEffect">
                                  <p:stCondLst>
                                    <p:cond delay="80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1" fill="hold" nodeType="withEffect">
                                  <p:stCondLst>
                                    <p:cond delay="1700"/>
                                  </p:stCondLst>
                                  <p:childTnLst>
                                    <p:set>
                                      <p:cBhvr>
                                        <p:cTn id="12" dur="1" fill="hold">
                                          <p:stCondLst>
                                            <p:cond delay="0"/>
                                          </p:stCondLst>
                                        </p:cTn>
                                        <p:tgtEl>
                                          <p:spTgt spid="54"/>
                                        </p:tgtEl>
                                        <p:attrNameLst>
                                          <p:attrName>style.visibility</p:attrName>
                                        </p:attrNameLst>
                                      </p:cBhvr>
                                      <p:to>
                                        <p:strVal val="visible"/>
                                      </p:to>
                                    </p:set>
                                    <p:animEffect transition="in" filter="wipe(up)">
                                      <p:cBhvr>
                                        <p:cTn id="13" dur="1000"/>
                                        <p:tgtEl>
                                          <p:spTgt spid="54"/>
                                        </p:tgtEl>
                                      </p:cBhvr>
                                    </p:animEffect>
                                  </p:childTnLst>
                                </p:cTn>
                              </p:par>
                              <p:par>
                                <p:cTn id="14" presetID="22" presetClass="entr" presetSubtype="2" fill="hold" nodeType="withEffect">
                                  <p:stCondLst>
                                    <p:cond delay="2500"/>
                                  </p:stCondLst>
                                  <p:childTnLst>
                                    <p:set>
                                      <p:cBhvr>
                                        <p:cTn id="15" dur="1" fill="hold">
                                          <p:stCondLst>
                                            <p:cond delay="0"/>
                                          </p:stCondLst>
                                        </p:cTn>
                                        <p:tgtEl>
                                          <p:spTgt spid="39"/>
                                        </p:tgtEl>
                                        <p:attrNameLst>
                                          <p:attrName>style.visibility</p:attrName>
                                        </p:attrNameLst>
                                      </p:cBhvr>
                                      <p:to>
                                        <p:strVal val="visible"/>
                                      </p:to>
                                    </p:set>
                                    <p:animEffect transition="in" filter="wipe(right)">
                                      <p:cBhvr>
                                        <p:cTn id="16"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a:extLst>
            <a:ext uri="{FF2B5EF4-FFF2-40B4-BE49-F238E27FC236}">
              <a16:creationId xmlns:a16="http://schemas.microsoft.com/office/drawing/2014/main" id="{E870B020-D8EA-B75B-4E09-60F10419EFC8}"/>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C5947858-7252-411A-A52B-C1E8820B3EE6}"/>
              </a:ext>
            </a:extLst>
          </p:cNvPr>
          <p:cNvSpPr/>
          <p:nvPr/>
        </p:nvSpPr>
        <p:spPr>
          <a:xfrm>
            <a:off x="442857" y="7164428"/>
            <a:ext cx="9005362" cy="4755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53" name="Picture 52" descr="Chart, logo, company name, bubble chart&#10;&#10;Description automatically generated">
            <a:extLst>
              <a:ext uri="{FF2B5EF4-FFF2-40B4-BE49-F238E27FC236}">
                <a16:creationId xmlns:a16="http://schemas.microsoft.com/office/drawing/2014/main" id="{13B186B6-D41E-1ACD-DE28-DACCDFCB8556}"/>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rot="19778565">
            <a:off x="-1549748" y="3606558"/>
            <a:ext cx="951034" cy="799965"/>
          </a:xfrm>
          <a:prstGeom prst="rect">
            <a:avLst/>
          </a:prstGeom>
        </p:spPr>
      </p:pic>
      <p:pic>
        <p:nvPicPr>
          <p:cNvPr id="54" name="Picture 53" descr="Chart, logo, company name, bubble chart&#10;&#10;Description automatically generated">
            <a:extLst>
              <a:ext uri="{FF2B5EF4-FFF2-40B4-BE49-F238E27FC236}">
                <a16:creationId xmlns:a16="http://schemas.microsoft.com/office/drawing/2014/main" id="{4C6DF635-6403-713E-2FC9-459B0CFFF3FB}"/>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4474338" y="2516897"/>
            <a:ext cx="799475" cy="784100"/>
          </a:xfrm>
          <a:prstGeom prst="rect">
            <a:avLst/>
          </a:prstGeom>
        </p:spPr>
      </p:pic>
      <p:pic>
        <p:nvPicPr>
          <p:cNvPr id="55" name="Picture 54" descr="Chart, logo, company name, bubble chart&#10;&#10;Description automatically generated">
            <a:extLst>
              <a:ext uri="{FF2B5EF4-FFF2-40B4-BE49-F238E27FC236}">
                <a16:creationId xmlns:a16="http://schemas.microsoft.com/office/drawing/2014/main" id="{B5F19DCC-86C9-3ABE-EBDD-5EF153179F6D}"/>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rot="946486">
            <a:off x="-1530585" y="7983489"/>
            <a:ext cx="912707" cy="740559"/>
          </a:xfrm>
          <a:prstGeom prst="rect">
            <a:avLst/>
          </a:prstGeom>
        </p:spPr>
      </p:pic>
      <p:pic>
        <p:nvPicPr>
          <p:cNvPr id="56" name="Picture 55" descr="Chart, logo, company name, bubble chart&#10;&#10;Description automatically generated">
            <a:extLst>
              <a:ext uri="{FF2B5EF4-FFF2-40B4-BE49-F238E27FC236}">
                <a16:creationId xmlns:a16="http://schemas.microsoft.com/office/drawing/2014/main" id="{84E89E19-0D03-D542-08C6-554F3A02DCC2}"/>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rot="20058234">
            <a:off x="9139217" y="-2079301"/>
            <a:ext cx="795115" cy="775722"/>
          </a:xfrm>
          <a:prstGeom prst="rect">
            <a:avLst/>
          </a:prstGeom>
        </p:spPr>
      </p:pic>
      <p:pic>
        <p:nvPicPr>
          <p:cNvPr id="57" name="Picture 56" descr="Chart, logo, company name, bubble chart&#10;&#10;Description automatically generated">
            <a:extLst>
              <a:ext uri="{FF2B5EF4-FFF2-40B4-BE49-F238E27FC236}">
                <a16:creationId xmlns:a16="http://schemas.microsoft.com/office/drawing/2014/main" id="{EB44B490-781D-87E3-037D-778B3352B983}"/>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19651691">
            <a:off x="12196997" y="11525703"/>
            <a:ext cx="744261" cy="789097"/>
          </a:xfrm>
          <a:prstGeom prst="rect">
            <a:avLst/>
          </a:prstGeom>
        </p:spPr>
      </p:pic>
      <p:pic>
        <p:nvPicPr>
          <p:cNvPr id="58" name="Picture 57" descr="Chart, logo, company name, bubble chart&#10;&#10;Description automatically generated">
            <a:extLst>
              <a:ext uri="{FF2B5EF4-FFF2-40B4-BE49-F238E27FC236}">
                <a16:creationId xmlns:a16="http://schemas.microsoft.com/office/drawing/2014/main" id="{48285103-50D8-7B6E-A3F7-B2401910AC80}"/>
              </a:ext>
            </a:extLst>
          </p:cNvPr>
          <p:cNvPicPr>
            <a:picLocks noChangeAspect="1"/>
          </p:cNvPicPr>
          <p:nvPr/>
        </p:nvPicPr>
        <p:blipFill rotWithShape="1">
          <a:blip r:embed="rId8">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rot="20440538">
            <a:off x="-1558101" y="-3194771"/>
            <a:ext cx="722489" cy="900224"/>
          </a:xfrm>
          <a:prstGeom prst="rect">
            <a:avLst/>
          </a:prstGeom>
        </p:spPr>
      </p:pic>
      <p:sp>
        <p:nvSpPr>
          <p:cNvPr id="69" name="Rectangle 68">
            <a:extLst>
              <a:ext uri="{FF2B5EF4-FFF2-40B4-BE49-F238E27FC236}">
                <a16:creationId xmlns:a16="http://schemas.microsoft.com/office/drawing/2014/main" id="{F25BC679-80DB-B871-55D5-DE457C953A4B}"/>
              </a:ext>
            </a:extLst>
          </p:cNvPr>
          <p:cNvSpPr/>
          <p:nvPr/>
        </p:nvSpPr>
        <p:spPr>
          <a:xfrm>
            <a:off x="150703" y="-25103"/>
            <a:ext cx="12041297" cy="1084365"/>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70" name="Group 69">
            <a:extLst>
              <a:ext uri="{FF2B5EF4-FFF2-40B4-BE49-F238E27FC236}">
                <a16:creationId xmlns:a16="http://schemas.microsoft.com/office/drawing/2014/main" id="{149CA00D-6ED8-CB47-6848-7AD0914C1588}"/>
              </a:ext>
            </a:extLst>
          </p:cNvPr>
          <p:cNvGrpSpPr/>
          <p:nvPr/>
        </p:nvGrpSpPr>
        <p:grpSpPr>
          <a:xfrm>
            <a:off x="3065043" y="346935"/>
            <a:ext cx="6654018" cy="550671"/>
            <a:chOff x="2768991" y="3077691"/>
            <a:chExt cx="6654018" cy="550671"/>
          </a:xfrm>
        </p:grpSpPr>
        <p:sp>
          <p:nvSpPr>
            <p:cNvPr id="71" name="Rectangle: Rounded Corners 70">
              <a:extLst>
                <a:ext uri="{FF2B5EF4-FFF2-40B4-BE49-F238E27FC236}">
                  <a16:creationId xmlns:a16="http://schemas.microsoft.com/office/drawing/2014/main" id="{FE126AC5-5152-9A74-308D-3EE3C64361C4}"/>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14517C03-F794-5516-9248-D5250F34F343}"/>
                </a:ext>
              </a:extLst>
            </p:cNvPr>
            <p:cNvPicPr>
              <a:picLocks noChangeAspect="1"/>
            </p:cNvPicPr>
            <p:nvPr/>
          </p:nvPicPr>
          <p:blipFill>
            <a:blip r:embed="rId9">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3" name="Picture 72" descr="Icon&#10;&#10;Description automatically generated">
              <a:extLst>
                <a:ext uri="{FF2B5EF4-FFF2-40B4-BE49-F238E27FC236}">
                  <a16:creationId xmlns:a16="http://schemas.microsoft.com/office/drawing/2014/main" id="{95B83B78-70C9-DDEC-5144-58232AFD3D9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4" name="TextBox 73">
            <a:extLst>
              <a:ext uri="{FF2B5EF4-FFF2-40B4-BE49-F238E27FC236}">
                <a16:creationId xmlns:a16="http://schemas.microsoft.com/office/drawing/2014/main" id="{9D6D617D-51BF-41A6-EA5B-0A5E39906433}"/>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FFC000"/>
                </a:solidFill>
                <a:latin typeface="Times New Roman" panose="02020603050405020304" pitchFamily="18" charset="0"/>
                <a:cs typeface="Times New Roman" panose="02020603050405020304" pitchFamily="18" charset="0"/>
              </a:rPr>
              <a:t>Nhóm 4</a:t>
            </a:r>
            <a:endParaRPr lang="en-PH" sz="3600" b="1" dirty="0">
              <a:solidFill>
                <a:srgbClr val="FFC000"/>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B9461E0E-E263-02A3-71FA-03514A0F5F9B}"/>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sp>
        <p:nvSpPr>
          <p:cNvPr id="76" name="Oval 75">
            <a:extLst>
              <a:ext uri="{FF2B5EF4-FFF2-40B4-BE49-F238E27FC236}">
                <a16:creationId xmlns:a16="http://schemas.microsoft.com/office/drawing/2014/main" id="{FFFD55A4-821B-88D5-506D-DEF25A7942A4}"/>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7" name="Oval 76">
            <a:extLst>
              <a:ext uri="{FF2B5EF4-FFF2-40B4-BE49-F238E27FC236}">
                <a16:creationId xmlns:a16="http://schemas.microsoft.com/office/drawing/2014/main" id="{E87FB791-E5E1-AE1A-F9B4-1C9A3E6525A7}"/>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8" name="Oval 77">
            <a:extLst>
              <a:ext uri="{FF2B5EF4-FFF2-40B4-BE49-F238E27FC236}">
                <a16:creationId xmlns:a16="http://schemas.microsoft.com/office/drawing/2014/main" id="{2B6476E8-425C-B832-E36D-F6FD833489CA}"/>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79" name="Group 78">
            <a:extLst>
              <a:ext uri="{FF2B5EF4-FFF2-40B4-BE49-F238E27FC236}">
                <a16:creationId xmlns:a16="http://schemas.microsoft.com/office/drawing/2014/main" id="{E34CABCA-B3A6-5BED-4FE7-34EA1D35CBC3}"/>
              </a:ext>
            </a:extLst>
          </p:cNvPr>
          <p:cNvGrpSpPr/>
          <p:nvPr/>
        </p:nvGrpSpPr>
        <p:grpSpPr>
          <a:xfrm rot="5400000" flipV="1">
            <a:off x="-3352257" y="3352257"/>
            <a:ext cx="6858002" cy="153487"/>
            <a:chOff x="-1" y="6732587"/>
            <a:chExt cx="12192000" cy="127731"/>
          </a:xfrm>
        </p:grpSpPr>
        <p:sp>
          <p:nvSpPr>
            <p:cNvPr id="80" name="Rectangle 79">
              <a:extLst>
                <a:ext uri="{FF2B5EF4-FFF2-40B4-BE49-F238E27FC236}">
                  <a16:creationId xmlns:a16="http://schemas.microsoft.com/office/drawing/2014/main" id="{A5C98017-135C-1C25-EF9C-B65C238B8A8B}"/>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1" name="Rectangle 80">
              <a:extLst>
                <a:ext uri="{FF2B5EF4-FFF2-40B4-BE49-F238E27FC236}">
                  <a16:creationId xmlns:a16="http://schemas.microsoft.com/office/drawing/2014/main" id="{40B7B426-1A98-224B-C535-6BCD304B05D4}"/>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2" name="Rectangle 81">
              <a:extLst>
                <a:ext uri="{FF2B5EF4-FFF2-40B4-BE49-F238E27FC236}">
                  <a16:creationId xmlns:a16="http://schemas.microsoft.com/office/drawing/2014/main" id="{F750CF57-C433-4C72-6992-A1EA74F4786B}"/>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83" name="Rectangle 82">
              <a:extLst>
                <a:ext uri="{FF2B5EF4-FFF2-40B4-BE49-F238E27FC236}">
                  <a16:creationId xmlns:a16="http://schemas.microsoft.com/office/drawing/2014/main" id="{D674E1A9-697C-0201-169B-41DC6B0ED819}"/>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grpSp>
        <p:nvGrpSpPr>
          <p:cNvPr id="23" name="Group 22">
            <a:extLst>
              <a:ext uri="{FF2B5EF4-FFF2-40B4-BE49-F238E27FC236}">
                <a16:creationId xmlns:a16="http://schemas.microsoft.com/office/drawing/2014/main" id="{C505A0FC-BC91-4467-4FAC-3B11FB207C4E}"/>
              </a:ext>
            </a:extLst>
          </p:cNvPr>
          <p:cNvGrpSpPr/>
          <p:nvPr/>
        </p:nvGrpSpPr>
        <p:grpSpPr>
          <a:xfrm>
            <a:off x="520642" y="1325647"/>
            <a:ext cx="5928271" cy="4980731"/>
            <a:chOff x="520642" y="1325647"/>
            <a:chExt cx="5928271" cy="4980731"/>
          </a:xfrm>
        </p:grpSpPr>
        <p:sp>
          <p:nvSpPr>
            <p:cNvPr id="20" name="Rectangle: Rounded Corners 19">
              <a:extLst>
                <a:ext uri="{FF2B5EF4-FFF2-40B4-BE49-F238E27FC236}">
                  <a16:creationId xmlns:a16="http://schemas.microsoft.com/office/drawing/2014/main" id="{8DD6E9E2-13AE-C450-3BCB-9FC5F813536D}"/>
                </a:ext>
              </a:extLst>
            </p:cNvPr>
            <p:cNvSpPr/>
            <p:nvPr/>
          </p:nvSpPr>
          <p:spPr>
            <a:xfrm>
              <a:off x="520642" y="1325647"/>
              <a:ext cx="5928271" cy="4980731"/>
            </a:xfrm>
            <a:prstGeom prst="roundRect">
              <a:avLst>
                <a:gd name="adj" fmla="val 384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Times New Roman" panose="02020603050405020304" pitchFamily="18" charset="0"/>
                <a:cs typeface="Times New Roman" panose="02020603050405020304" pitchFamily="18" charset="0"/>
              </a:endParaRPr>
            </a:p>
          </p:txBody>
        </p:sp>
        <p:pic>
          <p:nvPicPr>
            <p:cNvPr id="22" name="Picture 21" descr="Logo&#10;&#10;Description automatically generated">
              <a:extLst>
                <a:ext uri="{FF2B5EF4-FFF2-40B4-BE49-F238E27FC236}">
                  <a16:creationId xmlns:a16="http://schemas.microsoft.com/office/drawing/2014/main" id="{3D7F1B83-E6FA-8E19-21F4-B7D36BE384EE}"/>
                </a:ext>
              </a:extLst>
            </p:cNvPr>
            <p:cNvPicPr>
              <a:picLocks noChangeAspect="1"/>
            </p:cNvPicPr>
            <p:nvPr/>
          </p:nvPicPr>
          <p:blipFill rotWithShape="1">
            <a:blip r:embed="rId11">
              <a:extLst>
                <a:ext uri="{BEBA8EAE-BF5A-486C-A8C5-ECC9F3942E4B}">
                  <a14:imgProps xmlns:a14="http://schemas.microsoft.com/office/drawing/2010/main">
                    <a14:imgLayer r:embed="rId12">
                      <a14:imgEffect>
                        <a14:backgroundRemoval t="10000" b="90000" l="10000" r="90000">
                          <a14:foregroundMark x1="55750" y1="49333" x2="60625" y2="59333"/>
                          <a14:backgroundMark x1="39500" y1="70833" x2="39500" y2="70833"/>
                        </a14:backgroundRemoval>
                      </a14:imgEffect>
                    </a14:imgLayer>
                  </a14:imgProps>
                </a:ext>
                <a:ext uri="{28A0092B-C50C-407E-A947-70E740481C1C}">
                  <a14:useLocalDpi xmlns:a14="http://schemas.microsoft.com/office/drawing/2010/main" val="0"/>
                </a:ext>
              </a:extLst>
            </a:blip>
            <a:srcRect l="28690" t="21587" r="28572" b="23651"/>
            <a:stretch/>
          </p:blipFill>
          <p:spPr>
            <a:xfrm>
              <a:off x="631372" y="1439718"/>
              <a:ext cx="500743" cy="481215"/>
            </a:xfrm>
            <a:prstGeom prst="rect">
              <a:avLst/>
            </a:prstGeom>
          </p:spPr>
        </p:pic>
      </p:grpSp>
      <p:sp>
        <p:nvSpPr>
          <p:cNvPr id="4" name="Rectangle: Folded Corner 46">
            <a:extLst>
              <a:ext uri="{FF2B5EF4-FFF2-40B4-BE49-F238E27FC236}">
                <a16:creationId xmlns:a16="http://schemas.microsoft.com/office/drawing/2014/main" id="{131F62AB-2DC8-01A2-BEF1-CB53B6A4148A}"/>
              </a:ext>
            </a:extLst>
          </p:cNvPr>
          <p:cNvSpPr/>
          <p:nvPr/>
        </p:nvSpPr>
        <p:spPr>
          <a:xfrm>
            <a:off x="618036" y="1362584"/>
            <a:ext cx="4030163" cy="633818"/>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extBox 50">
            <a:extLst>
              <a:ext uri="{FF2B5EF4-FFF2-40B4-BE49-F238E27FC236}">
                <a16:creationId xmlns:a16="http://schemas.microsoft.com/office/drawing/2014/main" id="{9C29F3D1-B048-97D8-9C8A-ADCF56F1B120}"/>
              </a:ext>
            </a:extLst>
          </p:cNvPr>
          <p:cNvSpPr txBox="1"/>
          <p:nvPr/>
        </p:nvSpPr>
        <p:spPr>
          <a:xfrm>
            <a:off x="997446" y="1489297"/>
            <a:ext cx="3431679"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đã hoàn thiện</a:t>
            </a:r>
            <a:endParaRPr lang="en-PH" sz="2000" b="1" dirty="0">
              <a:solidFill>
                <a:schemeClr val="bg1"/>
              </a:solidFill>
              <a:latin typeface="Times New Roman" panose="02020603050405020304" pitchFamily="18" charset="0"/>
              <a:cs typeface="Times New Roman" panose="02020603050405020304" pitchFamily="18" charset="0"/>
            </a:endParaRPr>
          </a:p>
        </p:txBody>
      </p:sp>
      <p:sp>
        <p:nvSpPr>
          <p:cNvPr id="25" name="Rectangle: Folded Corner 24">
            <a:extLst>
              <a:ext uri="{FF2B5EF4-FFF2-40B4-BE49-F238E27FC236}">
                <a16:creationId xmlns:a16="http://schemas.microsoft.com/office/drawing/2014/main" id="{CCEA1069-3C76-9992-E977-D5CAD3FDE719}"/>
              </a:ext>
            </a:extLst>
          </p:cNvPr>
          <p:cNvSpPr/>
          <p:nvPr/>
        </p:nvSpPr>
        <p:spPr>
          <a:xfrm>
            <a:off x="1315907" y="2348313"/>
            <a:ext cx="4893734" cy="711200"/>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D48F5B76-9EC2-D1F7-E340-423AE96A59AC}"/>
              </a:ext>
            </a:extLst>
          </p:cNvPr>
          <p:cNvSpPr txBox="1"/>
          <p:nvPr/>
        </p:nvSpPr>
        <p:spPr>
          <a:xfrm>
            <a:off x="1506059" y="2509990"/>
            <a:ext cx="4524858" cy="369332"/>
          </a:xfrm>
          <a:prstGeom prst="rect">
            <a:avLst/>
          </a:prstGeom>
          <a:noFill/>
        </p:spPr>
        <p:txBody>
          <a:bodyPr wrap="square" rtlCol="0">
            <a:spAutoFit/>
          </a:bodyPr>
          <a:lstStyle/>
          <a:p>
            <a:pPr lvl="0"/>
            <a:r>
              <a:rPr lang="vi-VN" b="1" dirty="0">
                <a:solidFill>
                  <a:schemeClr val="bg1"/>
                </a:solidFill>
                <a:latin typeface="+mj-lt"/>
              </a:rPr>
              <a:t>Quản lý người dùng</a:t>
            </a:r>
            <a:endParaRPr lang="en-ZW" b="1" dirty="0">
              <a:solidFill>
                <a:schemeClr val="bg1"/>
              </a:solidFill>
              <a:latin typeface="+mj-lt"/>
            </a:endParaRPr>
          </a:p>
        </p:txBody>
      </p:sp>
      <p:sp>
        <p:nvSpPr>
          <p:cNvPr id="28" name="Rectangle: Folded Corner 27">
            <a:extLst>
              <a:ext uri="{FF2B5EF4-FFF2-40B4-BE49-F238E27FC236}">
                <a16:creationId xmlns:a16="http://schemas.microsoft.com/office/drawing/2014/main" id="{7545609F-A913-5597-3DB5-87CCAD871B29}"/>
              </a:ext>
            </a:extLst>
          </p:cNvPr>
          <p:cNvSpPr/>
          <p:nvPr/>
        </p:nvSpPr>
        <p:spPr>
          <a:xfrm>
            <a:off x="1315907" y="3356382"/>
            <a:ext cx="4893734" cy="711200"/>
          </a:xfrm>
          <a:prstGeom prst="foldedCorner">
            <a:avLst>
              <a:gd name="adj" fmla="val 4761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BFCB9FD4-A6CA-F384-1EAE-A06A4182D27F}"/>
              </a:ext>
            </a:extLst>
          </p:cNvPr>
          <p:cNvSpPr txBox="1"/>
          <p:nvPr/>
        </p:nvSpPr>
        <p:spPr>
          <a:xfrm>
            <a:off x="1506059" y="3494572"/>
            <a:ext cx="3606800" cy="369332"/>
          </a:xfrm>
          <a:prstGeom prst="rect">
            <a:avLst/>
          </a:prstGeom>
          <a:noFill/>
        </p:spPr>
        <p:txBody>
          <a:bodyPr wrap="square" rtlCol="0">
            <a:spAutoFit/>
          </a:bodyPr>
          <a:lstStyle/>
          <a:p>
            <a:pPr lvl="0"/>
            <a:r>
              <a:rPr lang="vi-VN" b="1" dirty="0">
                <a:solidFill>
                  <a:schemeClr val="bg1"/>
                </a:solidFill>
                <a:latin typeface="+mj-lt"/>
              </a:rPr>
              <a:t>Quản lý nhóm làm việc</a:t>
            </a:r>
            <a:endParaRPr lang="en-ZW" b="1" dirty="0">
              <a:solidFill>
                <a:schemeClr val="bg1"/>
              </a:solidFill>
              <a:latin typeface="+mj-lt"/>
            </a:endParaRPr>
          </a:p>
        </p:txBody>
      </p:sp>
      <p:sp>
        <p:nvSpPr>
          <p:cNvPr id="31" name="Rectangle: Folded Corner 30">
            <a:extLst>
              <a:ext uri="{FF2B5EF4-FFF2-40B4-BE49-F238E27FC236}">
                <a16:creationId xmlns:a16="http://schemas.microsoft.com/office/drawing/2014/main" id="{00F8047B-A3B3-4066-0E7D-3806CBB141D2}"/>
              </a:ext>
            </a:extLst>
          </p:cNvPr>
          <p:cNvSpPr/>
          <p:nvPr/>
        </p:nvSpPr>
        <p:spPr>
          <a:xfrm>
            <a:off x="1323190" y="4457448"/>
            <a:ext cx="4893734" cy="711200"/>
          </a:xfrm>
          <a:prstGeom prst="foldedCorner">
            <a:avLst>
              <a:gd name="adj" fmla="val 47619"/>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69EDA7E-DF62-8D57-ED4D-8E6355DE8DC9}"/>
              </a:ext>
            </a:extLst>
          </p:cNvPr>
          <p:cNvSpPr txBox="1"/>
          <p:nvPr/>
        </p:nvSpPr>
        <p:spPr>
          <a:xfrm>
            <a:off x="1542293" y="4606780"/>
            <a:ext cx="3606800" cy="369332"/>
          </a:xfrm>
          <a:prstGeom prst="rect">
            <a:avLst/>
          </a:prstGeom>
          <a:noFill/>
        </p:spPr>
        <p:txBody>
          <a:bodyPr wrap="square" rtlCol="0">
            <a:spAutoFit/>
          </a:bodyPr>
          <a:lstStyle/>
          <a:p>
            <a:pPr lvl="0"/>
            <a:r>
              <a:rPr lang="vi-VN" b="1" dirty="0">
                <a:solidFill>
                  <a:schemeClr val="bg1"/>
                </a:solidFill>
                <a:latin typeface="+mj-lt"/>
              </a:rPr>
              <a:t>Quản lý đoạn </a:t>
            </a:r>
            <a:r>
              <a:rPr lang="vi-VN" b="1" dirty="0" err="1">
                <a:solidFill>
                  <a:schemeClr val="bg1"/>
                </a:solidFill>
                <a:latin typeface="+mj-lt"/>
              </a:rPr>
              <a:t>chat</a:t>
            </a:r>
            <a:endParaRPr lang="en-ZW" b="1" dirty="0">
              <a:solidFill>
                <a:schemeClr val="bg1"/>
              </a:solidFill>
              <a:latin typeface="+mj-lt"/>
            </a:endParaRPr>
          </a:p>
        </p:txBody>
      </p:sp>
      <p:sp>
        <p:nvSpPr>
          <p:cNvPr id="15" name="Rectangle 39">
            <a:extLst>
              <a:ext uri="{FF2B5EF4-FFF2-40B4-BE49-F238E27FC236}">
                <a16:creationId xmlns:a16="http://schemas.microsoft.com/office/drawing/2014/main" id="{EE9306E6-C8C1-CC43-6249-74547AB50660}"/>
              </a:ext>
            </a:extLst>
          </p:cNvPr>
          <p:cNvSpPr/>
          <p:nvPr/>
        </p:nvSpPr>
        <p:spPr>
          <a:xfrm>
            <a:off x="442856" y="-5557443"/>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16" name="Picture 42" descr="Chart, logo, company name, bubble chart&#10;&#10;Description automatically generated">
            <a:extLst>
              <a:ext uri="{FF2B5EF4-FFF2-40B4-BE49-F238E27FC236}">
                <a16:creationId xmlns:a16="http://schemas.microsoft.com/office/drawing/2014/main" id="{726F93F1-EAF0-E276-5935-81D924C28501}"/>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954919"/>
            <a:ext cx="784843" cy="660173"/>
          </a:xfrm>
          <a:prstGeom prst="rect">
            <a:avLst/>
          </a:prstGeom>
        </p:spPr>
      </p:pic>
      <p:pic>
        <p:nvPicPr>
          <p:cNvPr id="17" name="Picture 43" descr="Chart, logo, company name, bubble chart&#10;&#10;Description automatically generated">
            <a:extLst>
              <a:ext uri="{FF2B5EF4-FFF2-40B4-BE49-F238E27FC236}">
                <a16:creationId xmlns:a16="http://schemas.microsoft.com/office/drawing/2014/main" id="{F023ADCA-9A0F-2E95-29D7-C4C15E45B6BC}"/>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5462355"/>
            <a:ext cx="530083" cy="519889"/>
          </a:xfrm>
          <a:prstGeom prst="rect">
            <a:avLst/>
          </a:prstGeom>
        </p:spPr>
      </p:pic>
      <p:sp>
        <p:nvSpPr>
          <p:cNvPr id="18" name="Rectangle: Folded Corner 44">
            <a:extLst>
              <a:ext uri="{FF2B5EF4-FFF2-40B4-BE49-F238E27FC236}">
                <a16:creationId xmlns:a16="http://schemas.microsoft.com/office/drawing/2014/main" id="{F7771507-6600-AF9F-8067-19458CEEE5E0}"/>
              </a:ext>
            </a:extLst>
          </p:cNvPr>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19" name="TextBox 45">
            <a:extLst>
              <a:ext uri="{FF2B5EF4-FFF2-40B4-BE49-F238E27FC236}">
                <a16:creationId xmlns:a16="http://schemas.microsoft.com/office/drawing/2014/main" id="{5043327F-39F2-1D07-8357-2C2DC5B5FB5F}"/>
              </a:ext>
            </a:extLst>
          </p:cNvPr>
          <p:cNvSpPr txBox="1"/>
          <p:nvPr/>
        </p:nvSpPr>
        <p:spPr>
          <a:xfrm>
            <a:off x="510274" y="-5479581"/>
            <a:ext cx="1496291"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1</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21" name="Picture 48" descr="Chart, logo, company name, bubble chart&#10;&#10;Description automatically generated">
            <a:extLst>
              <a:ext uri="{FF2B5EF4-FFF2-40B4-BE49-F238E27FC236}">
                <a16:creationId xmlns:a16="http://schemas.microsoft.com/office/drawing/2014/main" id="{A78F7D69-6949-2AF5-428C-216D8A65CBA5}"/>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883686"/>
            <a:ext cx="553141" cy="586464"/>
          </a:xfrm>
          <a:prstGeom prst="rect">
            <a:avLst/>
          </a:prstGeom>
        </p:spPr>
      </p:pic>
      <p:pic>
        <p:nvPicPr>
          <p:cNvPr id="24" name="Picture 49" descr="Chart, logo, company name, bubble chart&#10;&#10;Description automatically generated">
            <a:extLst>
              <a:ext uri="{FF2B5EF4-FFF2-40B4-BE49-F238E27FC236}">
                <a16:creationId xmlns:a16="http://schemas.microsoft.com/office/drawing/2014/main" id="{518731FB-349E-5ADC-FE66-F6F16BE484D3}"/>
              </a:ext>
            </a:extLst>
          </p:cNvPr>
          <p:cNvPicPr>
            <a:picLocks noChangeAspect="1"/>
          </p:cNvPicPr>
          <p:nvPr/>
        </p:nvPicPr>
        <p:blipFill rotWithShape="1">
          <a:blip r:embed="rId8">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5543007"/>
            <a:ext cx="471592" cy="587605"/>
          </a:xfrm>
          <a:prstGeom prst="rect">
            <a:avLst/>
          </a:prstGeom>
        </p:spPr>
      </p:pic>
    </p:spTree>
    <p:extLst>
      <p:ext uri="{BB962C8B-B14F-4D97-AF65-F5344CB8AC3E}">
        <p14:creationId xmlns:p14="http://schemas.microsoft.com/office/powerpoint/2010/main" val="126655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10000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fill="hold"/>
                                        <p:tgtEl>
                                          <p:spTgt spid="25"/>
                                        </p:tgtEl>
                                        <p:attrNameLst>
                                          <p:attrName>ppt_x</p:attrName>
                                        </p:attrNameLst>
                                      </p:cBhvr>
                                      <p:tavLst>
                                        <p:tav tm="0">
                                          <p:val>
                                            <p:strVal val="1+#ppt_w/2"/>
                                          </p:val>
                                        </p:tav>
                                        <p:tav tm="100000">
                                          <p:val>
                                            <p:strVal val="#ppt_x"/>
                                          </p:val>
                                        </p:tav>
                                      </p:tavLst>
                                    </p:anim>
                                    <p:anim calcmode="lin" valueType="num">
                                      <p:cBhvr additive="base">
                                        <p:cTn id="8" dur="10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000" fill="hold"/>
                                        <p:tgtEl>
                                          <p:spTgt spid="26"/>
                                        </p:tgtEl>
                                        <p:attrNameLst>
                                          <p:attrName>ppt_x</p:attrName>
                                        </p:attrNameLst>
                                      </p:cBhvr>
                                      <p:tavLst>
                                        <p:tav tm="0">
                                          <p:val>
                                            <p:strVal val="1+#ppt_w/2"/>
                                          </p:val>
                                        </p:tav>
                                        <p:tav tm="100000">
                                          <p:val>
                                            <p:strVal val="#ppt_x"/>
                                          </p:val>
                                        </p:tav>
                                      </p:tavLst>
                                    </p:anim>
                                    <p:anim calcmode="lin" valueType="num">
                                      <p:cBhvr additive="base">
                                        <p:cTn id="12"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decel="10000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1000" fill="hold"/>
                                        <p:tgtEl>
                                          <p:spTgt spid="28"/>
                                        </p:tgtEl>
                                        <p:attrNameLst>
                                          <p:attrName>ppt_x</p:attrName>
                                        </p:attrNameLst>
                                      </p:cBhvr>
                                      <p:tavLst>
                                        <p:tav tm="0">
                                          <p:val>
                                            <p:strVal val="1+#ppt_w/2"/>
                                          </p:val>
                                        </p:tav>
                                        <p:tav tm="100000">
                                          <p:val>
                                            <p:strVal val="#ppt_x"/>
                                          </p:val>
                                        </p:tav>
                                      </p:tavLst>
                                    </p:anim>
                                    <p:anim calcmode="lin" valueType="num">
                                      <p:cBhvr additive="base">
                                        <p:cTn id="18" dur="1000" fill="hold"/>
                                        <p:tgtEl>
                                          <p:spTgt spid="28"/>
                                        </p:tgtEl>
                                        <p:attrNameLst>
                                          <p:attrName>ppt_y</p:attrName>
                                        </p:attrNameLst>
                                      </p:cBhvr>
                                      <p:tavLst>
                                        <p:tav tm="0">
                                          <p:val>
                                            <p:strVal val="#ppt_y"/>
                                          </p:val>
                                        </p:tav>
                                        <p:tav tm="100000">
                                          <p:val>
                                            <p:strVal val="#ppt_y"/>
                                          </p:val>
                                        </p:tav>
                                      </p:tavLst>
                                    </p:anim>
                                  </p:childTnLst>
                                </p:cTn>
                              </p:par>
                              <p:par>
                                <p:cTn id="19" presetID="2" presetClass="entr" presetSubtype="2" decel="10000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additive="base">
                                        <p:cTn id="21" dur="1000" fill="hold"/>
                                        <p:tgtEl>
                                          <p:spTgt spid="29"/>
                                        </p:tgtEl>
                                        <p:attrNameLst>
                                          <p:attrName>ppt_x</p:attrName>
                                        </p:attrNameLst>
                                      </p:cBhvr>
                                      <p:tavLst>
                                        <p:tav tm="0">
                                          <p:val>
                                            <p:strVal val="1+#ppt_w/2"/>
                                          </p:val>
                                        </p:tav>
                                        <p:tav tm="100000">
                                          <p:val>
                                            <p:strVal val="#ppt_x"/>
                                          </p:val>
                                        </p:tav>
                                      </p:tavLst>
                                    </p:anim>
                                    <p:anim calcmode="lin" valueType="num">
                                      <p:cBhvr additive="base">
                                        <p:cTn id="22"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10000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1000" fill="hold"/>
                                        <p:tgtEl>
                                          <p:spTgt spid="31"/>
                                        </p:tgtEl>
                                        <p:attrNameLst>
                                          <p:attrName>ppt_x</p:attrName>
                                        </p:attrNameLst>
                                      </p:cBhvr>
                                      <p:tavLst>
                                        <p:tav tm="0">
                                          <p:val>
                                            <p:strVal val="1+#ppt_w/2"/>
                                          </p:val>
                                        </p:tav>
                                        <p:tav tm="100000">
                                          <p:val>
                                            <p:strVal val="#ppt_x"/>
                                          </p:val>
                                        </p:tav>
                                      </p:tavLst>
                                    </p:anim>
                                    <p:anim calcmode="lin" valueType="num">
                                      <p:cBhvr additive="base">
                                        <p:cTn id="28" dur="1000" fill="hold"/>
                                        <p:tgtEl>
                                          <p:spTgt spid="31"/>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1000" fill="hold"/>
                                        <p:tgtEl>
                                          <p:spTgt spid="32"/>
                                        </p:tgtEl>
                                        <p:attrNameLst>
                                          <p:attrName>ppt_x</p:attrName>
                                        </p:attrNameLst>
                                      </p:cBhvr>
                                      <p:tavLst>
                                        <p:tav tm="0">
                                          <p:val>
                                            <p:strVal val="1+#ppt_w/2"/>
                                          </p:val>
                                        </p:tav>
                                        <p:tav tm="100000">
                                          <p:val>
                                            <p:strVal val="#ppt_x"/>
                                          </p:val>
                                        </p:tav>
                                      </p:tavLst>
                                    </p:anim>
                                    <p:anim calcmode="lin" valueType="num">
                                      <p:cBhvr additive="base">
                                        <p:cTn id="32" dur="10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P spid="29" grpId="0"/>
      <p:bldP spid="31" grpId="0" animBg="1"/>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a:extLst>
            <a:ext uri="{FF2B5EF4-FFF2-40B4-BE49-F238E27FC236}">
              <a16:creationId xmlns:a16="http://schemas.microsoft.com/office/drawing/2014/main" id="{E37152CB-5991-E5C1-6481-3665D138F592}"/>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C60F68B3-E4D6-C385-3B7E-A745ED3FAE96}"/>
              </a:ext>
            </a:extLst>
          </p:cNvPr>
          <p:cNvSpPr/>
          <p:nvPr/>
        </p:nvSpPr>
        <p:spPr>
          <a:xfrm>
            <a:off x="442856" y="853655"/>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mj-lt"/>
            </a:endParaRPr>
          </a:p>
        </p:txBody>
      </p:sp>
      <p:sp>
        <p:nvSpPr>
          <p:cNvPr id="7" name="Hình chữ nhật 6">
            <a:extLst>
              <a:ext uri="{FF2B5EF4-FFF2-40B4-BE49-F238E27FC236}">
                <a16:creationId xmlns:a16="http://schemas.microsoft.com/office/drawing/2014/main" id="{1ADDAE29-0F64-3B17-24A0-D7021E4344E1}"/>
              </a:ext>
            </a:extLst>
          </p:cNvPr>
          <p:cNvSpPr/>
          <p:nvPr/>
        </p:nvSpPr>
        <p:spPr>
          <a:xfrm>
            <a:off x="690805" y="2128910"/>
            <a:ext cx="5021416" cy="3482133"/>
          </a:xfrm>
          <a:prstGeom prst="rect">
            <a:avLst/>
          </a:prstGeom>
          <a:solidFill>
            <a:schemeClr val="accent1">
              <a:lumMod val="60000"/>
              <a:lumOff val="4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latin typeface="+mj-lt"/>
            </a:endParaRPr>
          </a:p>
        </p:txBody>
      </p:sp>
      <p:sp>
        <p:nvSpPr>
          <p:cNvPr id="29" name="Rectangle: Folded Corner 28">
            <a:extLst>
              <a:ext uri="{FF2B5EF4-FFF2-40B4-BE49-F238E27FC236}">
                <a16:creationId xmlns:a16="http://schemas.microsoft.com/office/drawing/2014/main" id="{224E178D-1ED1-B1B5-6E57-E635254C3DAD}"/>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0" name="TextBox 29">
            <a:extLst>
              <a:ext uri="{FF2B5EF4-FFF2-40B4-BE49-F238E27FC236}">
                <a16:creationId xmlns:a16="http://schemas.microsoft.com/office/drawing/2014/main" id="{AD336425-1D5D-55E3-DEBA-78D4C93E45E4}"/>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mj-lt"/>
              </a:rPr>
              <a:t>Nội dung 3</a:t>
            </a:r>
            <a:endParaRPr lang="en-PH" sz="2000" dirty="0">
              <a:solidFill>
                <a:schemeClr val="bg1"/>
              </a:solidFill>
              <a:latin typeface="+mj-lt"/>
            </a:endParaRPr>
          </a:p>
        </p:txBody>
      </p:sp>
      <p:sp>
        <p:nvSpPr>
          <p:cNvPr id="32" name="Rectangle: Folded Corner 31">
            <a:extLst>
              <a:ext uri="{FF2B5EF4-FFF2-40B4-BE49-F238E27FC236}">
                <a16:creationId xmlns:a16="http://schemas.microsoft.com/office/drawing/2014/main" id="{AF432F8F-67AE-2786-175C-7564466C8749}"/>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3" name="TextBox 32">
            <a:extLst>
              <a:ext uri="{FF2B5EF4-FFF2-40B4-BE49-F238E27FC236}">
                <a16:creationId xmlns:a16="http://schemas.microsoft.com/office/drawing/2014/main" id="{D37E5939-9052-30F7-CDE5-BE966916BDC7}"/>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mj-lt"/>
              </a:rPr>
              <a:t>Nội dung 4</a:t>
            </a:r>
            <a:endParaRPr lang="en-PH" sz="2000" dirty="0">
              <a:solidFill>
                <a:schemeClr val="bg1"/>
              </a:solidFill>
              <a:latin typeface="+mj-lt"/>
            </a:endParaRPr>
          </a:p>
        </p:txBody>
      </p:sp>
      <p:pic>
        <p:nvPicPr>
          <p:cNvPr id="43" name="Picture 42" descr="Chart, logo, company name, bubble chart&#10;&#10;Description automatically generated">
            <a:extLst>
              <a:ext uri="{FF2B5EF4-FFF2-40B4-BE49-F238E27FC236}">
                <a16:creationId xmlns:a16="http://schemas.microsoft.com/office/drawing/2014/main" id="{AF261C1B-FC56-CBC7-E154-2957CADC11FE}"/>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954919"/>
            <a:ext cx="784843" cy="660173"/>
          </a:xfrm>
          <a:prstGeom prst="rect">
            <a:avLst/>
          </a:prstGeom>
        </p:spPr>
      </p:pic>
      <p:pic>
        <p:nvPicPr>
          <p:cNvPr id="44" name="Picture 43" descr="Chart, logo, company name, bubble chart&#10;&#10;Description automatically generated">
            <a:extLst>
              <a:ext uri="{FF2B5EF4-FFF2-40B4-BE49-F238E27FC236}">
                <a16:creationId xmlns:a16="http://schemas.microsoft.com/office/drawing/2014/main" id="{F4385D47-5B29-C0C1-5315-460C29055792}"/>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5462355"/>
            <a:ext cx="530083" cy="519889"/>
          </a:xfrm>
          <a:prstGeom prst="rect">
            <a:avLst/>
          </a:prstGeom>
        </p:spPr>
      </p:pic>
      <p:sp>
        <p:nvSpPr>
          <p:cNvPr id="45" name="Rectangle: Folded Corner 44">
            <a:extLst>
              <a:ext uri="{FF2B5EF4-FFF2-40B4-BE49-F238E27FC236}">
                <a16:creationId xmlns:a16="http://schemas.microsoft.com/office/drawing/2014/main" id="{6497CBC8-E668-191E-7DF0-59F471CBA313}"/>
              </a:ext>
            </a:extLst>
          </p:cNvPr>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mj-lt"/>
            </a:endParaRPr>
          </a:p>
        </p:txBody>
      </p:sp>
      <p:sp>
        <p:nvSpPr>
          <p:cNvPr id="46" name="TextBox 45">
            <a:extLst>
              <a:ext uri="{FF2B5EF4-FFF2-40B4-BE49-F238E27FC236}">
                <a16:creationId xmlns:a16="http://schemas.microsoft.com/office/drawing/2014/main" id="{5F3AC1BA-C797-2696-7890-657BEB8F0E9A}"/>
              </a:ext>
            </a:extLst>
          </p:cNvPr>
          <p:cNvSpPr txBox="1"/>
          <p:nvPr/>
        </p:nvSpPr>
        <p:spPr>
          <a:xfrm>
            <a:off x="510274" y="-5479581"/>
            <a:ext cx="1496291" cy="400110"/>
          </a:xfrm>
          <a:prstGeom prst="rect">
            <a:avLst/>
          </a:prstGeom>
          <a:noFill/>
        </p:spPr>
        <p:txBody>
          <a:bodyPr wrap="square" rtlCol="0">
            <a:spAutoFit/>
          </a:bodyPr>
          <a:lstStyle/>
          <a:p>
            <a:r>
              <a:rPr lang="en-PH" sz="2000">
                <a:solidFill>
                  <a:schemeClr val="bg1"/>
                </a:solidFill>
                <a:latin typeface="+mj-lt"/>
              </a:rPr>
              <a:t>Nội dung 1</a:t>
            </a:r>
            <a:endParaRPr lang="en-PH" sz="2000" dirty="0">
              <a:solidFill>
                <a:schemeClr val="bg1"/>
              </a:solidFill>
              <a:latin typeface="+mj-lt"/>
            </a:endParaRPr>
          </a:p>
        </p:txBody>
      </p:sp>
      <p:pic>
        <p:nvPicPr>
          <p:cNvPr id="48" name="Picture 47" descr="Chart, logo, company name, bubble chart&#10;&#10;Description automatically generated">
            <a:extLst>
              <a:ext uri="{FF2B5EF4-FFF2-40B4-BE49-F238E27FC236}">
                <a16:creationId xmlns:a16="http://schemas.microsoft.com/office/drawing/2014/main" id="{9C3BCA22-9545-A74D-700A-561FB24D8039}"/>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a:off x="12192000" y="2900217"/>
            <a:ext cx="528207" cy="515324"/>
          </a:xfrm>
          <a:prstGeom prst="rect">
            <a:avLst/>
          </a:prstGeom>
        </p:spPr>
      </p:pic>
      <p:pic>
        <p:nvPicPr>
          <p:cNvPr id="49" name="Picture 48" descr="Chart, logo, company name, bubble chart&#10;&#10;Description automatically generated">
            <a:extLst>
              <a:ext uri="{FF2B5EF4-FFF2-40B4-BE49-F238E27FC236}">
                <a16:creationId xmlns:a16="http://schemas.microsoft.com/office/drawing/2014/main" id="{8A520AD6-4614-ED31-2DF7-BBE5A3154639}"/>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883686"/>
            <a:ext cx="553141" cy="586464"/>
          </a:xfrm>
          <a:prstGeom prst="rect">
            <a:avLst/>
          </a:prstGeom>
        </p:spPr>
      </p:pic>
      <p:pic>
        <p:nvPicPr>
          <p:cNvPr id="50" name="Picture 49" descr="Chart, logo, company name, bubble chart&#10;&#10;Description automatically generated">
            <a:extLst>
              <a:ext uri="{FF2B5EF4-FFF2-40B4-BE49-F238E27FC236}">
                <a16:creationId xmlns:a16="http://schemas.microsoft.com/office/drawing/2014/main" id="{981E926F-5BF1-199B-6420-5B6F2875D24C}"/>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5543007"/>
            <a:ext cx="471592" cy="587605"/>
          </a:xfrm>
          <a:prstGeom prst="rect">
            <a:avLst/>
          </a:prstGeom>
        </p:spPr>
      </p:pic>
      <p:sp>
        <p:nvSpPr>
          <p:cNvPr id="62" name="Rectangle 61">
            <a:extLst>
              <a:ext uri="{FF2B5EF4-FFF2-40B4-BE49-F238E27FC236}">
                <a16:creationId xmlns:a16="http://schemas.microsoft.com/office/drawing/2014/main" id="{1B94C9C8-90B9-50F6-D73F-187FA22414C6}"/>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63" name="TextBox 62">
            <a:extLst>
              <a:ext uri="{FF2B5EF4-FFF2-40B4-BE49-F238E27FC236}">
                <a16:creationId xmlns:a16="http://schemas.microsoft.com/office/drawing/2014/main" id="{2DBC6E59-7E93-6E31-68D8-0B6E85A57FBD}"/>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mj-lt"/>
              </a:rPr>
              <a:t>Nhóm 4</a:t>
            </a:r>
            <a:endParaRPr lang="en-PH" sz="3600" b="1" dirty="0">
              <a:solidFill>
                <a:srgbClr val="2EA54E"/>
              </a:solidFill>
              <a:latin typeface="+mj-lt"/>
            </a:endParaRPr>
          </a:p>
          <a:p>
            <a:pPr algn="ctr"/>
            <a:endParaRPr lang="en-PH" sz="900" dirty="0">
              <a:latin typeface="+mj-lt"/>
            </a:endParaRPr>
          </a:p>
        </p:txBody>
      </p:sp>
      <p:sp>
        <p:nvSpPr>
          <p:cNvPr id="64" name="Oval 63">
            <a:extLst>
              <a:ext uri="{FF2B5EF4-FFF2-40B4-BE49-F238E27FC236}">
                <a16:creationId xmlns:a16="http://schemas.microsoft.com/office/drawing/2014/main" id="{A6657430-EB49-513B-2ED0-0AEB3AC63680}"/>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65" name="Oval 64">
            <a:extLst>
              <a:ext uri="{FF2B5EF4-FFF2-40B4-BE49-F238E27FC236}">
                <a16:creationId xmlns:a16="http://schemas.microsoft.com/office/drawing/2014/main" id="{31F17D6A-AC33-EDE3-765E-5C829F8BD52D}"/>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66" name="Oval 65">
            <a:extLst>
              <a:ext uri="{FF2B5EF4-FFF2-40B4-BE49-F238E27FC236}">
                <a16:creationId xmlns:a16="http://schemas.microsoft.com/office/drawing/2014/main" id="{8E38B7FE-B7C7-2F0F-1555-81E05C2ADBEE}"/>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nvGrpSpPr>
          <p:cNvPr id="67" name="Group 66">
            <a:extLst>
              <a:ext uri="{FF2B5EF4-FFF2-40B4-BE49-F238E27FC236}">
                <a16:creationId xmlns:a16="http://schemas.microsoft.com/office/drawing/2014/main" id="{2FEF7BBC-4670-47A4-63EA-9A94FB12EE00}"/>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52A077B7-018B-E3B8-BE32-C0BC7589F3DD}"/>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pic>
          <p:nvPicPr>
            <p:cNvPr id="69" name="Picture 68">
              <a:extLst>
                <a:ext uri="{FF2B5EF4-FFF2-40B4-BE49-F238E27FC236}">
                  <a16:creationId xmlns:a16="http://schemas.microsoft.com/office/drawing/2014/main" id="{A925A14E-A6BE-4CB8-27FF-171FB74F36CE}"/>
                </a:ext>
              </a:extLst>
            </p:cNvPr>
            <p:cNvPicPr>
              <a:picLocks noChangeAspect="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B3CE39A9-1CF8-1D96-0F7A-1F74D791C4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53F38296-B9E4-CF4F-76A4-F12BC3399E75}"/>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mj-lt"/>
                <a:cs typeface="Times New Roman" panose="02020603050405020304" pitchFamily="18" charset="0"/>
              </a:rPr>
              <a:t>https://Work Hub.com</a:t>
            </a:r>
            <a:endParaRPr lang="en-PH" b="1" dirty="0">
              <a:solidFill>
                <a:schemeClr val="accent4"/>
              </a:solidFill>
              <a:latin typeface="+mj-lt"/>
              <a:cs typeface="Times New Roman" panose="02020603050405020304" pitchFamily="18" charset="0"/>
            </a:endParaRPr>
          </a:p>
        </p:txBody>
      </p:sp>
      <p:grpSp>
        <p:nvGrpSpPr>
          <p:cNvPr id="72" name="Group 71">
            <a:extLst>
              <a:ext uri="{FF2B5EF4-FFF2-40B4-BE49-F238E27FC236}">
                <a16:creationId xmlns:a16="http://schemas.microsoft.com/office/drawing/2014/main" id="{98A4A8EF-5161-115F-2346-21AE88142A98}"/>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83F7C753-431D-0062-C3C0-AFF902C51402}"/>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4" name="Rectangle 73">
              <a:extLst>
                <a:ext uri="{FF2B5EF4-FFF2-40B4-BE49-F238E27FC236}">
                  <a16:creationId xmlns:a16="http://schemas.microsoft.com/office/drawing/2014/main" id="{93260195-4867-CF7E-E46F-CC8063EA8326}"/>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5" name="Rectangle 74">
              <a:extLst>
                <a:ext uri="{FF2B5EF4-FFF2-40B4-BE49-F238E27FC236}">
                  <a16:creationId xmlns:a16="http://schemas.microsoft.com/office/drawing/2014/main" id="{E50CE0B4-1BA1-28F4-0E46-2955702CC464}"/>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6" name="Rectangle 75">
              <a:extLst>
                <a:ext uri="{FF2B5EF4-FFF2-40B4-BE49-F238E27FC236}">
                  <a16:creationId xmlns:a16="http://schemas.microsoft.com/office/drawing/2014/main" id="{A9449F09-C9E6-5297-E7BF-9AE7AD415824}"/>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pic>
        <p:nvPicPr>
          <p:cNvPr id="36" name="Picture 35" descr="Chart, logo, company name, bubble chart&#10;&#10;Description automatically generated">
            <a:extLst>
              <a:ext uri="{FF2B5EF4-FFF2-40B4-BE49-F238E27FC236}">
                <a16:creationId xmlns:a16="http://schemas.microsoft.com/office/drawing/2014/main" id="{299AE8DE-2637-AF65-D4BD-286820A91919}"/>
              </a:ext>
            </a:extLst>
          </p:cNvPr>
          <p:cNvPicPr>
            <a:picLocks noChangeAspect="1"/>
          </p:cNvPicPr>
          <p:nvPr/>
        </p:nvPicPr>
        <p:blipFill rotWithShape="1">
          <a:blip r:embed="rId10">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grpSp>
        <p:nvGrpSpPr>
          <p:cNvPr id="3" name="Group 2">
            <a:extLst>
              <a:ext uri="{FF2B5EF4-FFF2-40B4-BE49-F238E27FC236}">
                <a16:creationId xmlns:a16="http://schemas.microsoft.com/office/drawing/2014/main" id="{719F3639-D63C-DBF1-A780-A46ABA15B41C}"/>
              </a:ext>
            </a:extLst>
          </p:cNvPr>
          <p:cNvGrpSpPr/>
          <p:nvPr/>
        </p:nvGrpSpPr>
        <p:grpSpPr>
          <a:xfrm>
            <a:off x="422489"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A3D02510-D104-B4CC-2BB2-E549C06796E5}"/>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37" name="Rectangle 36">
              <a:extLst>
                <a:ext uri="{FF2B5EF4-FFF2-40B4-BE49-F238E27FC236}">
                  <a16:creationId xmlns:a16="http://schemas.microsoft.com/office/drawing/2014/main" id="{68C1BB2C-51F5-D60B-9071-F5F001FF79B4}"/>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39" name="Group 38">
            <a:extLst>
              <a:ext uri="{FF2B5EF4-FFF2-40B4-BE49-F238E27FC236}">
                <a16:creationId xmlns:a16="http://schemas.microsoft.com/office/drawing/2014/main" id="{A3F1B4F8-EF2E-CE19-955A-67B90B7B1CCB}"/>
              </a:ext>
            </a:extLst>
          </p:cNvPr>
          <p:cNvGrpSpPr/>
          <p:nvPr/>
        </p:nvGrpSpPr>
        <p:grpSpPr>
          <a:xfrm rot="5400000">
            <a:off x="6100468" y="592520"/>
            <a:ext cx="165830" cy="11521794"/>
            <a:chOff x="2661323" y="1779640"/>
            <a:chExt cx="150703" cy="3498597"/>
          </a:xfrm>
          <a:solidFill>
            <a:srgbClr val="FBBB01"/>
          </a:solidFill>
        </p:grpSpPr>
        <p:sp>
          <p:nvSpPr>
            <p:cNvPr id="41" name="Rectangle 40">
              <a:extLst>
                <a:ext uri="{FF2B5EF4-FFF2-40B4-BE49-F238E27FC236}">
                  <a16:creationId xmlns:a16="http://schemas.microsoft.com/office/drawing/2014/main" id="{DD578F37-854B-DBBB-7478-2EE51425843D}"/>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42" name="Rectangle 41">
              <a:extLst>
                <a:ext uri="{FF2B5EF4-FFF2-40B4-BE49-F238E27FC236}">
                  <a16:creationId xmlns:a16="http://schemas.microsoft.com/office/drawing/2014/main" id="{0DEE3E2B-F7E6-C704-FD09-59D89084ACD5}"/>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54" name="Group 53">
            <a:extLst>
              <a:ext uri="{FF2B5EF4-FFF2-40B4-BE49-F238E27FC236}">
                <a16:creationId xmlns:a16="http://schemas.microsoft.com/office/drawing/2014/main" id="{62F3D205-9CA7-4B5D-22BF-82999F0BB3E9}"/>
              </a:ext>
            </a:extLst>
          </p:cNvPr>
          <p:cNvGrpSpPr/>
          <p:nvPr/>
        </p:nvGrpSpPr>
        <p:grpSpPr>
          <a:xfrm>
            <a:off x="11799669" y="1130824"/>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AE951E01-DF94-55C6-D6E7-D091BDF518C8}"/>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6" name="Rectangle 55">
              <a:extLst>
                <a:ext uri="{FF2B5EF4-FFF2-40B4-BE49-F238E27FC236}">
                  <a16:creationId xmlns:a16="http://schemas.microsoft.com/office/drawing/2014/main" id="{D6924078-7D0D-1E5D-4B77-0E3770F31F16}"/>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57" name="Group 56">
            <a:extLst>
              <a:ext uri="{FF2B5EF4-FFF2-40B4-BE49-F238E27FC236}">
                <a16:creationId xmlns:a16="http://schemas.microsoft.com/office/drawing/2014/main" id="{1E432915-89EF-2EAA-5300-B226F3B69BE0}"/>
              </a:ext>
            </a:extLst>
          </p:cNvPr>
          <p:cNvGrpSpPr/>
          <p:nvPr/>
        </p:nvGrpSpPr>
        <p:grpSpPr>
          <a:xfrm rot="5400000">
            <a:off x="6117536" y="-4564227"/>
            <a:ext cx="152057" cy="11542159"/>
            <a:chOff x="2661323" y="1779640"/>
            <a:chExt cx="150703" cy="3498597"/>
          </a:xfrm>
          <a:solidFill>
            <a:srgbClr val="EA4335"/>
          </a:solidFill>
        </p:grpSpPr>
        <p:sp>
          <p:nvSpPr>
            <p:cNvPr id="58" name="Rectangle 57">
              <a:extLst>
                <a:ext uri="{FF2B5EF4-FFF2-40B4-BE49-F238E27FC236}">
                  <a16:creationId xmlns:a16="http://schemas.microsoft.com/office/drawing/2014/main" id="{0C523F6E-942F-F931-DE1B-D672E116A1A0}"/>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9" name="Rectangle 58">
              <a:extLst>
                <a:ext uri="{FF2B5EF4-FFF2-40B4-BE49-F238E27FC236}">
                  <a16:creationId xmlns:a16="http://schemas.microsoft.com/office/drawing/2014/main" id="{61D2CB12-57F5-2679-D52A-49ED48801807}"/>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sp>
        <p:nvSpPr>
          <p:cNvPr id="47" name="Rectangle: Folded Corner 46">
            <a:extLst>
              <a:ext uri="{FF2B5EF4-FFF2-40B4-BE49-F238E27FC236}">
                <a16:creationId xmlns:a16="http://schemas.microsoft.com/office/drawing/2014/main" id="{27DE42CE-53FB-446F-6931-B462388B9A08}"/>
              </a:ext>
            </a:extLst>
          </p:cNvPr>
          <p:cNvSpPr/>
          <p:nvPr/>
        </p:nvSpPr>
        <p:spPr>
          <a:xfrm>
            <a:off x="689487" y="1339434"/>
            <a:ext cx="3643631" cy="633818"/>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pic>
        <p:nvPicPr>
          <p:cNvPr id="60" name="Picture 59" descr="Apple Moody Foodies">
            <a:extLst>
              <a:ext uri="{FF2B5EF4-FFF2-40B4-BE49-F238E27FC236}">
                <a16:creationId xmlns:a16="http://schemas.microsoft.com/office/drawing/2014/main" id="{320B65DF-F50F-A191-FE3A-053CBFE3B4B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456103" y="5439914"/>
            <a:ext cx="1008824" cy="1008824"/>
          </a:xfrm>
          <a:prstGeom prst="rect">
            <a:avLst/>
          </a:prstGeom>
        </p:spPr>
      </p:pic>
      <p:pic>
        <p:nvPicPr>
          <p:cNvPr id="61" name="Picture 60" descr="Watermelon Moody Foodies">
            <a:extLst>
              <a:ext uri="{FF2B5EF4-FFF2-40B4-BE49-F238E27FC236}">
                <a16:creationId xmlns:a16="http://schemas.microsoft.com/office/drawing/2014/main" id="{A61D0A64-B1C6-9EF4-89C5-77AA1B629FD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39653" y="5442715"/>
            <a:ext cx="1008825" cy="1008825"/>
          </a:xfrm>
          <a:prstGeom prst="rect">
            <a:avLst/>
          </a:prstGeom>
        </p:spPr>
      </p:pic>
      <p:sp>
        <p:nvSpPr>
          <p:cNvPr id="5" name="Rectangle: Folded Corner 24">
            <a:extLst>
              <a:ext uri="{FF2B5EF4-FFF2-40B4-BE49-F238E27FC236}">
                <a16:creationId xmlns:a16="http://schemas.microsoft.com/office/drawing/2014/main" id="{39A26B48-3ADF-8262-E721-D2F7E18FB3D4}"/>
              </a:ext>
            </a:extLst>
          </p:cNvPr>
          <p:cNvSpPr/>
          <p:nvPr/>
        </p:nvSpPr>
        <p:spPr>
          <a:xfrm>
            <a:off x="689488" y="2095999"/>
            <a:ext cx="5021416" cy="711200"/>
          </a:xfrm>
          <a:prstGeom prst="foldedCorner">
            <a:avLst>
              <a:gd name="adj" fmla="val 47619"/>
            </a:avLst>
          </a:prstGeom>
          <a:solidFill>
            <a:srgbClr val="FD545A"/>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mj-lt"/>
              <a:cs typeface="Times New Roman" panose="02020603050405020304" pitchFamily="18" charset="0"/>
            </a:endParaRPr>
          </a:p>
        </p:txBody>
      </p:sp>
      <p:sp>
        <p:nvSpPr>
          <p:cNvPr id="6" name="TextBox 25">
            <a:extLst>
              <a:ext uri="{FF2B5EF4-FFF2-40B4-BE49-F238E27FC236}">
                <a16:creationId xmlns:a16="http://schemas.microsoft.com/office/drawing/2014/main" id="{35C5778C-F171-4809-C22A-72CC7C62559A}"/>
              </a:ext>
            </a:extLst>
          </p:cNvPr>
          <p:cNvSpPr txBox="1"/>
          <p:nvPr/>
        </p:nvSpPr>
        <p:spPr>
          <a:xfrm>
            <a:off x="879640" y="2257676"/>
            <a:ext cx="4524858" cy="369332"/>
          </a:xfrm>
          <a:prstGeom prst="rect">
            <a:avLst/>
          </a:prstGeom>
          <a:noFill/>
        </p:spPr>
        <p:txBody>
          <a:bodyPr wrap="square" rtlCol="0">
            <a:spAutoFit/>
          </a:bodyPr>
          <a:lstStyle/>
          <a:p>
            <a:pPr lvl="0"/>
            <a:r>
              <a:rPr lang="vi-VN" b="1" dirty="0">
                <a:solidFill>
                  <a:schemeClr val="bg1"/>
                </a:solidFill>
                <a:latin typeface="+mj-lt"/>
              </a:rPr>
              <a:t>Quản lý người dùng</a:t>
            </a:r>
            <a:endParaRPr lang="en-ZW" b="1" dirty="0">
              <a:solidFill>
                <a:schemeClr val="bg1"/>
              </a:solidFill>
              <a:latin typeface="+mj-lt"/>
            </a:endParaRPr>
          </a:p>
        </p:txBody>
      </p:sp>
      <p:sp>
        <p:nvSpPr>
          <p:cNvPr id="4" name="TextBox 25">
            <a:extLst>
              <a:ext uri="{FF2B5EF4-FFF2-40B4-BE49-F238E27FC236}">
                <a16:creationId xmlns:a16="http://schemas.microsoft.com/office/drawing/2014/main" id="{9822BAEC-2CD9-3134-EB36-CCF394F48759}"/>
              </a:ext>
            </a:extLst>
          </p:cNvPr>
          <p:cNvSpPr txBox="1"/>
          <p:nvPr/>
        </p:nvSpPr>
        <p:spPr>
          <a:xfrm>
            <a:off x="699275" y="2854795"/>
            <a:ext cx="5001842" cy="369332"/>
          </a:xfrm>
          <a:prstGeom prst="rect">
            <a:avLst/>
          </a:prstGeom>
          <a:noFill/>
        </p:spPr>
        <p:txBody>
          <a:bodyPr wrap="square" rtlCol="0">
            <a:spAutoFit/>
          </a:bodyPr>
          <a:lstStyle/>
          <a:p>
            <a:pPr lvl="0"/>
            <a:r>
              <a:rPr lang="vi-VN" dirty="0">
                <a:solidFill>
                  <a:schemeClr val="bg1"/>
                </a:solidFill>
                <a:latin typeface="+mj-lt"/>
              </a:rPr>
              <a:t>+Đăng ký, đăng nhập, đăng xuất</a:t>
            </a:r>
          </a:p>
        </p:txBody>
      </p:sp>
      <p:sp>
        <p:nvSpPr>
          <p:cNvPr id="13" name="TextBox 25">
            <a:extLst>
              <a:ext uri="{FF2B5EF4-FFF2-40B4-BE49-F238E27FC236}">
                <a16:creationId xmlns:a16="http://schemas.microsoft.com/office/drawing/2014/main" id="{C0E85E37-1A30-0998-2D44-5214595EDE6E}"/>
              </a:ext>
            </a:extLst>
          </p:cNvPr>
          <p:cNvSpPr txBox="1"/>
          <p:nvPr/>
        </p:nvSpPr>
        <p:spPr>
          <a:xfrm>
            <a:off x="689488" y="3660854"/>
            <a:ext cx="5001842" cy="369332"/>
          </a:xfrm>
          <a:prstGeom prst="rect">
            <a:avLst/>
          </a:prstGeom>
          <a:noFill/>
        </p:spPr>
        <p:txBody>
          <a:bodyPr wrap="square" rtlCol="0">
            <a:spAutoFit/>
          </a:bodyPr>
          <a:lstStyle/>
          <a:p>
            <a:pPr lvl="0"/>
            <a:r>
              <a:rPr lang="vi-VN" dirty="0">
                <a:solidFill>
                  <a:schemeClr val="bg1"/>
                </a:solidFill>
                <a:latin typeface="+mj-lt"/>
              </a:rPr>
              <a:t>+Quên mật khẩu</a:t>
            </a:r>
          </a:p>
        </p:txBody>
      </p:sp>
      <p:sp>
        <p:nvSpPr>
          <p:cNvPr id="15" name="TextBox 25">
            <a:extLst>
              <a:ext uri="{FF2B5EF4-FFF2-40B4-BE49-F238E27FC236}">
                <a16:creationId xmlns:a16="http://schemas.microsoft.com/office/drawing/2014/main" id="{7BA89712-0B19-940F-5A76-4B8B2D996C3B}"/>
              </a:ext>
            </a:extLst>
          </p:cNvPr>
          <p:cNvSpPr txBox="1"/>
          <p:nvPr/>
        </p:nvSpPr>
        <p:spPr>
          <a:xfrm>
            <a:off x="689488" y="3271723"/>
            <a:ext cx="5001842" cy="369332"/>
          </a:xfrm>
          <a:prstGeom prst="rect">
            <a:avLst/>
          </a:prstGeom>
          <a:noFill/>
        </p:spPr>
        <p:txBody>
          <a:bodyPr wrap="square" rtlCol="0">
            <a:spAutoFit/>
          </a:bodyPr>
          <a:lstStyle/>
          <a:p>
            <a:r>
              <a:rPr lang="vi-VN" dirty="0">
                <a:solidFill>
                  <a:schemeClr val="bg1"/>
                </a:solidFill>
                <a:latin typeface="+mj-lt"/>
              </a:rPr>
              <a:t>+Cập nhật thông tin cá nhân, đổi mật khẩu</a:t>
            </a:r>
            <a:endParaRPr lang="en-ZW" dirty="0">
              <a:solidFill>
                <a:schemeClr val="bg1"/>
              </a:solidFill>
              <a:latin typeface="+mj-lt"/>
            </a:endParaRPr>
          </a:p>
        </p:txBody>
      </p:sp>
      <p:sp>
        <p:nvSpPr>
          <p:cNvPr id="11" name="TextBox 25">
            <a:extLst>
              <a:ext uri="{FF2B5EF4-FFF2-40B4-BE49-F238E27FC236}">
                <a16:creationId xmlns:a16="http://schemas.microsoft.com/office/drawing/2014/main" id="{DBA13ED3-1B62-E8E9-B142-1AA1315E8B41}"/>
              </a:ext>
            </a:extLst>
          </p:cNvPr>
          <p:cNvSpPr txBox="1"/>
          <p:nvPr/>
        </p:nvSpPr>
        <p:spPr>
          <a:xfrm>
            <a:off x="699275" y="4049985"/>
            <a:ext cx="5001842" cy="369332"/>
          </a:xfrm>
          <a:prstGeom prst="rect">
            <a:avLst/>
          </a:prstGeom>
          <a:noFill/>
        </p:spPr>
        <p:txBody>
          <a:bodyPr wrap="square" rtlCol="0">
            <a:spAutoFit/>
          </a:bodyPr>
          <a:lstStyle/>
          <a:p>
            <a:pPr lvl="0"/>
            <a:r>
              <a:rPr lang="vi-VN" dirty="0">
                <a:solidFill>
                  <a:schemeClr val="bg1"/>
                </a:solidFill>
                <a:latin typeface="+mj-lt"/>
              </a:rPr>
              <a:t>+Bảo mật bằng mã hóa khi trước khi lưu</a:t>
            </a:r>
          </a:p>
        </p:txBody>
      </p:sp>
      <p:sp>
        <p:nvSpPr>
          <p:cNvPr id="12" name="Hình chữ nhật 11">
            <a:extLst>
              <a:ext uri="{FF2B5EF4-FFF2-40B4-BE49-F238E27FC236}">
                <a16:creationId xmlns:a16="http://schemas.microsoft.com/office/drawing/2014/main" id="{5BB0118A-AD2E-BD7F-8FCB-FE9C7D7CC5DE}"/>
              </a:ext>
            </a:extLst>
          </p:cNvPr>
          <p:cNvSpPr/>
          <p:nvPr/>
        </p:nvSpPr>
        <p:spPr>
          <a:xfrm>
            <a:off x="4412877" y="7346247"/>
            <a:ext cx="4893734" cy="3482133"/>
          </a:xfrm>
          <a:prstGeom prst="rect">
            <a:avLst/>
          </a:prstGeom>
          <a:solidFill>
            <a:srgbClr val="5982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mj-lt"/>
            </a:endParaRPr>
          </a:p>
        </p:txBody>
      </p:sp>
      <p:sp>
        <p:nvSpPr>
          <p:cNvPr id="14" name="Rectangle: Folded Corner 27">
            <a:extLst>
              <a:ext uri="{FF2B5EF4-FFF2-40B4-BE49-F238E27FC236}">
                <a16:creationId xmlns:a16="http://schemas.microsoft.com/office/drawing/2014/main" id="{81BDC2A3-AC3B-CAFB-890F-42FAAB649378}"/>
              </a:ext>
            </a:extLst>
          </p:cNvPr>
          <p:cNvSpPr/>
          <p:nvPr/>
        </p:nvSpPr>
        <p:spPr>
          <a:xfrm>
            <a:off x="4402695" y="7335859"/>
            <a:ext cx="4893734" cy="711200"/>
          </a:xfrm>
          <a:prstGeom prst="foldedCorner">
            <a:avLst>
              <a:gd name="adj" fmla="val 47619"/>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cs typeface="Times New Roman" panose="02020603050405020304" pitchFamily="18" charset="0"/>
            </a:endParaRPr>
          </a:p>
        </p:txBody>
      </p:sp>
      <p:sp>
        <p:nvSpPr>
          <p:cNvPr id="16" name="TextBox 28">
            <a:extLst>
              <a:ext uri="{FF2B5EF4-FFF2-40B4-BE49-F238E27FC236}">
                <a16:creationId xmlns:a16="http://schemas.microsoft.com/office/drawing/2014/main" id="{E520E581-AD27-665A-BE43-6F0459C8D5E9}"/>
              </a:ext>
            </a:extLst>
          </p:cNvPr>
          <p:cNvSpPr txBox="1"/>
          <p:nvPr/>
        </p:nvSpPr>
        <p:spPr>
          <a:xfrm>
            <a:off x="4783347" y="7531199"/>
            <a:ext cx="3606800" cy="369332"/>
          </a:xfrm>
          <a:prstGeom prst="rect">
            <a:avLst/>
          </a:prstGeom>
          <a:noFill/>
        </p:spPr>
        <p:txBody>
          <a:bodyPr wrap="square" rtlCol="0">
            <a:spAutoFit/>
          </a:bodyPr>
          <a:lstStyle/>
          <a:p>
            <a:pPr lvl="0"/>
            <a:r>
              <a:rPr lang="vi-VN" b="1" dirty="0">
                <a:solidFill>
                  <a:schemeClr val="bg1"/>
                </a:solidFill>
                <a:latin typeface="+mj-lt"/>
              </a:rPr>
              <a:t>Quản lý nhóm làm việc</a:t>
            </a:r>
            <a:endParaRPr lang="en-ZW" b="1" dirty="0">
              <a:solidFill>
                <a:schemeClr val="bg1"/>
              </a:solidFill>
              <a:latin typeface="+mj-lt"/>
            </a:endParaRPr>
          </a:p>
        </p:txBody>
      </p:sp>
      <p:sp>
        <p:nvSpPr>
          <p:cNvPr id="18" name="TextBox 50">
            <a:extLst>
              <a:ext uri="{FF2B5EF4-FFF2-40B4-BE49-F238E27FC236}">
                <a16:creationId xmlns:a16="http://schemas.microsoft.com/office/drawing/2014/main" id="{A988CBF8-4D69-9965-46BB-2ACDDC9A99E3}"/>
              </a:ext>
            </a:extLst>
          </p:cNvPr>
          <p:cNvSpPr txBox="1"/>
          <p:nvPr/>
        </p:nvSpPr>
        <p:spPr>
          <a:xfrm>
            <a:off x="669123" y="1431818"/>
            <a:ext cx="3431679"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đã hoàn thiện</a:t>
            </a:r>
            <a:endParaRPr lang="en-PH"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918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99978473-FCC1-417F-98E3-C1530E484C89}"/>
              </a:ext>
            </a:extLst>
          </p:cNvPr>
          <p:cNvSpPr/>
          <p:nvPr/>
        </p:nvSpPr>
        <p:spPr>
          <a:xfrm>
            <a:off x="473401" y="1115766"/>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mj-lt"/>
            </a:endParaRPr>
          </a:p>
        </p:txBody>
      </p:sp>
      <p:sp>
        <p:nvSpPr>
          <p:cNvPr id="7" name="Hình chữ nhật 6">
            <a:extLst>
              <a:ext uri="{FF2B5EF4-FFF2-40B4-BE49-F238E27FC236}">
                <a16:creationId xmlns:a16="http://schemas.microsoft.com/office/drawing/2014/main" id="{66D88C72-09AB-61DE-0FE5-CA5EE9F14A69}"/>
              </a:ext>
            </a:extLst>
          </p:cNvPr>
          <p:cNvSpPr/>
          <p:nvPr/>
        </p:nvSpPr>
        <p:spPr>
          <a:xfrm>
            <a:off x="689488" y="2095999"/>
            <a:ext cx="4893734" cy="3482133"/>
          </a:xfrm>
          <a:prstGeom prst="rect">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latin typeface="+mj-lt"/>
            </a:endParaRPr>
          </a:p>
        </p:txBody>
      </p:sp>
      <p:sp>
        <p:nvSpPr>
          <p:cNvPr id="29" name="Rectangle: Folded Corner 28">
            <a:extLst>
              <a:ext uri="{FF2B5EF4-FFF2-40B4-BE49-F238E27FC236}">
                <a16:creationId xmlns:a16="http://schemas.microsoft.com/office/drawing/2014/main" id="{BACF24AC-C0B8-4A8C-94A3-35BF618BB058}"/>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mj-lt"/>
              </a:rPr>
              <a:t>Nội dung 3</a:t>
            </a:r>
            <a:endParaRPr lang="en-PH" sz="2000" dirty="0">
              <a:solidFill>
                <a:schemeClr val="bg1"/>
              </a:solidFill>
              <a:latin typeface="+mj-lt"/>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mj-lt"/>
              </a:rPr>
              <a:t>Nội dung 4</a:t>
            </a:r>
            <a:endParaRPr lang="en-PH" sz="2000" dirty="0">
              <a:solidFill>
                <a:schemeClr val="bg1"/>
              </a:solidFill>
              <a:latin typeface="+mj-lt"/>
            </a:endParaRPr>
          </a:p>
        </p:txBody>
      </p:sp>
      <p:pic>
        <p:nvPicPr>
          <p:cNvPr id="43" name="Picture 42" descr="Chart, logo, company name, bubble chart&#10;&#10;Description automatically generated">
            <a:extLst>
              <a:ext uri="{FF2B5EF4-FFF2-40B4-BE49-F238E27FC236}">
                <a16:creationId xmlns:a16="http://schemas.microsoft.com/office/drawing/2014/main" id="{1A0BD47F-AC09-4ED5-831E-6BCC90722F4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954919"/>
            <a:ext cx="784843" cy="660173"/>
          </a:xfrm>
          <a:prstGeom prst="rect">
            <a:avLst/>
          </a:prstGeom>
        </p:spPr>
      </p:pic>
      <p:pic>
        <p:nvPicPr>
          <p:cNvPr id="44" name="Picture 43" descr="Chart, logo, company name, bubble chart&#10;&#10;Description automatically generated">
            <a:extLst>
              <a:ext uri="{FF2B5EF4-FFF2-40B4-BE49-F238E27FC236}">
                <a16:creationId xmlns:a16="http://schemas.microsoft.com/office/drawing/2014/main" id="{2FC9849C-27EC-4861-A137-27527A10CF50}"/>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5462355"/>
            <a:ext cx="530083" cy="519889"/>
          </a:xfrm>
          <a:prstGeom prst="rect">
            <a:avLst/>
          </a:prstGeom>
        </p:spPr>
      </p:pic>
      <p:sp>
        <p:nvSpPr>
          <p:cNvPr id="45" name="Rectangle: Folded Corner 44">
            <a:extLst>
              <a:ext uri="{FF2B5EF4-FFF2-40B4-BE49-F238E27FC236}">
                <a16:creationId xmlns:a16="http://schemas.microsoft.com/office/drawing/2014/main" id="{36DE8F35-E12A-4B15-B816-D87A2BAED9AF}"/>
              </a:ext>
            </a:extLst>
          </p:cNvPr>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mj-lt"/>
            </a:endParaRPr>
          </a:p>
        </p:txBody>
      </p:sp>
      <p:sp>
        <p:nvSpPr>
          <p:cNvPr id="46" name="TextBox 45">
            <a:extLst>
              <a:ext uri="{FF2B5EF4-FFF2-40B4-BE49-F238E27FC236}">
                <a16:creationId xmlns:a16="http://schemas.microsoft.com/office/drawing/2014/main" id="{DCB6CD49-9724-4597-A133-A2C541A234AD}"/>
              </a:ext>
            </a:extLst>
          </p:cNvPr>
          <p:cNvSpPr txBox="1"/>
          <p:nvPr/>
        </p:nvSpPr>
        <p:spPr>
          <a:xfrm>
            <a:off x="510274" y="-5479581"/>
            <a:ext cx="1496291" cy="400110"/>
          </a:xfrm>
          <a:prstGeom prst="rect">
            <a:avLst/>
          </a:prstGeom>
          <a:noFill/>
        </p:spPr>
        <p:txBody>
          <a:bodyPr wrap="square" rtlCol="0">
            <a:spAutoFit/>
          </a:bodyPr>
          <a:lstStyle/>
          <a:p>
            <a:r>
              <a:rPr lang="en-PH" sz="2000">
                <a:solidFill>
                  <a:schemeClr val="bg1"/>
                </a:solidFill>
                <a:latin typeface="+mj-lt"/>
              </a:rPr>
              <a:t>Nội dung 1</a:t>
            </a:r>
            <a:endParaRPr lang="en-PH" sz="2000" dirty="0">
              <a:solidFill>
                <a:schemeClr val="bg1"/>
              </a:solidFill>
              <a:latin typeface="+mj-lt"/>
            </a:endParaRPr>
          </a:p>
        </p:txBody>
      </p:sp>
      <p:pic>
        <p:nvPicPr>
          <p:cNvPr id="48" name="Picture 47" descr="Chart, logo, company name, bubble chart&#10;&#10;Description automatically generated">
            <a:extLst>
              <a:ext uri="{FF2B5EF4-FFF2-40B4-BE49-F238E27FC236}">
                <a16:creationId xmlns:a16="http://schemas.microsoft.com/office/drawing/2014/main" id="{D4F9B939-F3BA-48BF-9A80-E4EA735B16AA}"/>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a:off x="12192000" y="2900217"/>
            <a:ext cx="528207" cy="515324"/>
          </a:xfrm>
          <a:prstGeom prst="rect">
            <a:avLst/>
          </a:prstGeom>
        </p:spPr>
      </p:pic>
      <p:pic>
        <p:nvPicPr>
          <p:cNvPr id="49" name="Picture 48" descr="Chart, logo, company name, bubble chart&#10;&#10;Description automatically generated">
            <a:extLst>
              <a:ext uri="{FF2B5EF4-FFF2-40B4-BE49-F238E27FC236}">
                <a16:creationId xmlns:a16="http://schemas.microsoft.com/office/drawing/2014/main" id="{C9719F11-7357-4097-9D3E-0C4B6128F777}"/>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883686"/>
            <a:ext cx="553141" cy="586464"/>
          </a:xfrm>
          <a:prstGeom prst="rect">
            <a:avLst/>
          </a:prstGeom>
        </p:spPr>
      </p:pic>
      <p:pic>
        <p:nvPicPr>
          <p:cNvPr id="50" name="Picture 49" descr="Chart, logo, company name, bubble chart&#10;&#10;Description automatically generated">
            <a:extLst>
              <a:ext uri="{FF2B5EF4-FFF2-40B4-BE49-F238E27FC236}">
                <a16:creationId xmlns:a16="http://schemas.microsoft.com/office/drawing/2014/main" id="{9B8504DA-C3D5-4A24-89E7-51DCF5565799}"/>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5543007"/>
            <a:ext cx="471592" cy="587605"/>
          </a:xfrm>
          <a:prstGeom prst="rect">
            <a:avLst/>
          </a:prstGeom>
        </p:spPr>
      </p:pic>
      <p:sp>
        <p:nvSpPr>
          <p:cNvPr id="62" name="Rectangle 61">
            <a:extLst>
              <a:ext uri="{FF2B5EF4-FFF2-40B4-BE49-F238E27FC236}">
                <a16:creationId xmlns:a16="http://schemas.microsoft.com/office/drawing/2014/main" id="{0B6253DC-253E-4C34-964D-DFE9934EF3B3}"/>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63" name="TextBox 62">
            <a:extLst>
              <a:ext uri="{FF2B5EF4-FFF2-40B4-BE49-F238E27FC236}">
                <a16:creationId xmlns:a16="http://schemas.microsoft.com/office/drawing/2014/main" id="{765ED49F-4CFB-4AD7-A601-0EBD6CE458E4}"/>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mj-lt"/>
              </a:rPr>
              <a:t>Nhóm 4</a:t>
            </a:r>
            <a:endParaRPr lang="en-PH" sz="3600" b="1" dirty="0">
              <a:solidFill>
                <a:srgbClr val="2EA54E"/>
              </a:solidFill>
              <a:latin typeface="+mj-lt"/>
            </a:endParaRPr>
          </a:p>
          <a:p>
            <a:pPr algn="ctr"/>
            <a:endParaRPr lang="en-PH" sz="900" dirty="0">
              <a:latin typeface="+mj-lt"/>
            </a:endParaRPr>
          </a:p>
        </p:txBody>
      </p:sp>
      <p:sp>
        <p:nvSpPr>
          <p:cNvPr id="64" name="Oval 63">
            <a:extLst>
              <a:ext uri="{FF2B5EF4-FFF2-40B4-BE49-F238E27FC236}">
                <a16:creationId xmlns:a16="http://schemas.microsoft.com/office/drawing/2014/main" id="{46E58F87-C749-489B-9CF5-74FA2F0EC30B}"/>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65" name="Oval 64">
            <a:extLst>
              <a:ext uri="{FF2B5EF4-FFF2-40B4-BE49-F238E27FC236}">
                <a16:creationId xmlns:a16="http://schemas.microsoft.com/office/drawing/2014/main" id="{306E5370-C46C-40B2-936F-FC8E274C2600}"/>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66" name="Oval 65">
            <a:extLst>
              <a:ext uri="{FF2B5EF4-FFF2-40B4-BE49-F238E27FC236}">
                <a16:creationId xmlns:a16="http://schemas.microsoft.com/office/drawing/2014/main" id="{1567B3A7-7256-4EF9-B719-142B4DD613C0}"/>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nvGrpSpPr>
          <p:cNvPr id="67" name="Group 66">
            <a:extLst>
              <a:ext uri="{FF2B5EF4-FFF2-40B4-BE49-F238E27FC236}">
                <a16:creationId xmlns:a16="http://schemas.microsoft.com/office/drawing/2014/main" id="{F3CF105F-D06B-4E94-8723-2C41758990E4}"/>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A298442C-A06F-4BA9-AF66-D46DFE41A9C5}"/>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pic>
          <p:nvPicPr>
            <p:cNvPr id="69" name="Picture 68">
              <a:extLst>
                <a:ext uri="{FF2B5EF4-FFF2-40B4-BE49-F238E27FC236}">
                  <a16:creationId xmlns:a16="http://schemas.microsoft.com/office/drawing/2014/main" id="{B9BAFF19-28A5-44F1-8F01-BE66168845AB}"/>
                </a:ext>
              </a:extLst>
            </p:cNvPr>
            <p:cNvPicPr>
              <a:picLocks noChangeAspect="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BF455F5F-F46D-443A-88BD-5671B9EEA7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3D083AB5-CD1D-4C78-BE9D-60681428B025}"/>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mj-lt"/>
                <a:cs typeface="Times New Roman" panose="02020603050405020304" pitchFamily="18" charset="0"/>
              </a:rPr>
              <a:t>https://Work Hub.com</a:t>
            </a:r>
            <a:endParaRPr lang="en-PH" b="1" dirty="0">
              <a:solidFill>
                <a:schemeClr val="accent4"/>
              </a:solidFill>
              <a:latin typeface="+mj-lt"/>
              <a:cs typeface="Times New Roman" panose="02020603050405020304" pitchFamily="18" charset="0"/>
            </a:endParaRPr>
          </a:p>
        </p:txBody>
      </p:sp>
      <p:grpSp>
        <p:nvGrpSpPr>
          <p:cNvPr id="72" name="Group 71">
            <a:extLst>
              <a:ext uri="{FF2B5EF4-FFF2-40B4-BE49-F238E27FC236}">
                <a16:creationId xmlns:a16="http://schemas.microsoft.com/office/drawing/2014/main" id="{3FEFCBA7-5B67-4A6E-B963-8C5B61EC0390}"/>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35E3E172-30B2-4F3D-9933-610CB2AF67B0}"/>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4" name="Rectangle 73">
              <a:extLst>
                <a:ext uri="{FF2B5EF4-FFF2-40B4-BE49-F238E27FC236}">
                  <a16:creationId xmlns:a16="http://schemas.microsoft.com/office/drawing/2014/main" id="{86B5A940-4AB2-4425-9AA7-A5C8FDE4DA23}"/>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5" name="Rectangle 74">
              <a:extLst>
                <a:ext uri="{FF2B5EF4-FFF2-40B4-BE49-F238E27FC236}">
                  <a16:creationId xmlns:a16="http://schemas.microsoft.com/office/drawing/2014/main" id="{06CAF04A-0AA9-40B5-B793-36A96E918E35}"/>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76" name="Rectangle 75">
              <a:extLst>
                <a:ext uri="{FF2B5EF4-FFF2-40B4-BE49-F238E27FC236}">
                  <a16:creationId xmlns:a16="http://schemas.microsoft.com/office/drawing/2014/main" id="{8572B39C-3405-445B-A5BF-543FCEBA6443}"/>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pic>
        <p:nvPicPr>
          <p:cNvPr id="36" name="Picture 35" descr="Chart, logo, company name, bubble chart&#10;&#10;Description automatically generated">
            <a:extLst>
              <a:ext uri="{FF2B5EF4-FFF2-40B4-BE49-F238E27FC236}">
                <a16:creationId xmlns:a16="http://schemas.microsoft.com/office/drawing/2014/main" id="{BD07437D-A67B-4E77-9878-C0699564FAC5}"/>
              </a:ext>
            </a:extLst>
          </p:cNvPr>
          <p:cNvPicPr>
            <a:picLocks noChangeAspect="1"/>
          </p:cNvPicPr>
          <p:nvPr/>
        </p:nvPicPr>
        <p:blipFill rotWithShape="1">
          <a:blip r:embed="rId10">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grpSp>
        <p:nvGrpSpPr>
          <p:cNvPr id="3" name="Group 2">
            <a:extLst>
              <a:ext uri="{FF2B5EF4-FFF2-40B4-BE49-F238E27FC236}">
                <a16:creationId xmlns:a16="http://schemas.microsoft.com/office/drawing/2014/main" id="{BF96599B-EE7B-4F40-889C-3E98EC5435FF}"/>
              </a:ext>
            </a:extLst>
          </p:cNvPr>
          <p:cNvGrpSpPr/>
          <p:nvPr/>
        </p:nvGrpSpPr>
        <p:grpSpPr>
          <a:xfrm>
            <a:off x="422489"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FFC518EE-5EBA-4D00-8ED4-9C14472515F6}"/>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37" name="Rectangle 36">
              <a:extLst>
                <a:ext uri="{FF2B5EF4-FFF2-40B4-BE49-F238E27FC236}">
                  <a16:creationId xmlns:a16="http://schemas.microsoft.com/office/drawing/2014/main" id="{33CD1967-60ED-4EAF-9E51-E24D8B849224}"/>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39" name="Group 38">
            <a:extLst>
              <a:ext uri="{FF2B5EF4-FFF2-40B4-BE49-F238E27FC236}">
                <a16:creationId xmlns:a16="http://schemas.microsoft.com/office/drawing/2014/main" id="{26DAACC9-DCDA-4898-95EC-06A421B0BA8B}"/>
              </a:ext>
            </a:extLst>
          </p:cNvPr>
          <p:cNvGrpSpPr/>
          <p:nvPr/>
        </p:nvGrpSpPr>
        <p:grpSpPr>
          <a:xfrm rot="5400000">
            <a:off x="6100468" y="592520"/>
            <a:ext cx="165830" cy="11521794"/>
            <a:chOff x="2661323" y="1779640"/>
            <a:chExt cx="150703" cy="3498597"/>
          </a:xfrm>
          <a:solidFill>
            <a:srgbClr val="FBBB01"/>
          </a:solidFill>
        </p:grpSpPr>
        <p:sp>
          <p:nvSpPr>
            <p:cNvPr id="41" name="Rectangle 40">
              <a:extLst>
                <a:ext uri="{FF2B5EF4-FFF2-40B4-BE49-F238E27FC236}">
                  <a16:creationId xmlns:a16="http://schemas.microsoft.com/office/drawing/2014/main" id="{20FB06BE-DE24-42DE-B3AC-D0216E0D1FBC}"/>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42" name="Rectangle 41">
              <a:extLst>
                <a:ext uri="{FF2B5EF4-FFF2-40B4-BE49-F238E27FC236}">
                  <a16:creationId xmlns:a16="http://schemas.microsoft.com/office/drawing/2014/main" id="{4C144EEE-D5DD-450F-971A-80C7DA53BD6A}"/>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54" name="Group 53">
            <a:extLst>
              <a:ext uri="{FF2B5EF4-FFF2-40B4-BE49-F238E27FC236}">
                <a16:creationId xmlns:a16="http://schemas.microsoft.com/office/drawing/2014/main" id="{2809E44C-EA66-43CE-B365-FD2CA377D914}"/>
              </a:ext>
            </a:extLst>
          </p:cNvPr>
          <p:cNvGrpSpPr/>
          <p:nvPr/>
        </p:nvGrpSpPr>
        <p:grpSpPr>
          <a:xfrm>
            <a:off x="11799669" y="1130824"/>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E78159EC-1A82-4D7A-832F-5897FBECEEC1}"/>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6" name="Rectangle 55">
              <a:extLst>
                <a:ext uri="{FF2B5EF4-FFF2-40B4-BE49-F238E27FC236}">
                  <a16:creationId xmlns:a16="http://schemas.microsoft.com/office/drawing/2014/main" id="{D6161C19-4015-477A-A399-64D37B966DE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grpSp>
        <p:nvGrpSpPr>
          <p:cNvPr id="57" name="Group 56">
            <a:extLst>
              <a:ext uri="{FF2B5EF4-FFF2-40B4-BE49-F238E27FC236}">
                <a16:creationId xmlns:a16="http://schemas.microsoft.com/office/drawing/2014/main" id="{2EBEA0DB-D695-4C11-BADA-AA7272EE2195}"/>
              </a:ext>
            </a:extLst>
          </p:cNvPr>
          <p:cNvGrpSpPr/>
          <p:nvPr/>
        </p:nvGrpSpPr>
        <p:grpSpPr>
          <a:xfrm rot="5400000">
            <a:off x="6117536" y="-4564227"/>
            <a:ext cx="152057" cy="11542159"/>
            <a:chOff x="2661323" y="1779640"/>
            <a:chExt cx="150703" cy="3498597"/>
          </a:xfrm>
          <a:solidFill>
            <a:srgbClr val="EA4335"/>
          </a:solidFill>
        </p:grpSpPr>
        <p:sp>
          <p:nvSpPr>
            <p:cNvPr id="58" name="Rectangle 57">
              <a:extLst>
                <a:ext uri="{FF2B5EF4-FFF2-40B4-BE49-F238E27FC236}">
                  <a16:creationId xmlns:a16="http://schemas.microsoft.com/office/drawing/2014/main" id="{F616F319-8303-4934-9073-CFCAD4A72C32}"/>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9" name="Rectangle 58">
              <a:extLst>
                <a:ext uri="{FF2B5EF4-FFF2-40B4-BE49-F238E27FC236}">
                  <a16:creationId xmlns:a16="http://schemas.microsoft.com/office/drawing/2014/main" id="{16215087-82F8-43E8-8021-2285551C489B}"/>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grpSp>
      <p:sp>
        <p:nvSpPr>
          <p:cNvPr id="47" name="Rectangle: Folded Corner 46">
            <a:extLst>
              <a:ext uri="{FF2B5EF4-FFF2-40B4-BE49-F238E27FC236}">
                <a16:creationId xmlns:a16="http://schemas.microsoft.com/office/drawing/2014/main" id="{75116E7A-FD4F-4B90-AE74-DA0FE1412C01}"/>
              </a:ext>
            </a:extLst>
          </p:cNvPr>
          <p:cNvSpPr/>
          <p:nvPr/>
        </p:nvSpPr>
        <p:spPr>
          <a:xfrm>
            <a:off x="689489" y="1339434"/>
            <a:ext cx="3663166" cy="633818"/>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pic>
        <p:nvPicPr>
          <p:cNvPr id="60" name="Picture 59" descr="Apple Moody Foodies">
            <a:extLst>
              <a:ext uri="{FF2B5EF4-FFF2-40B4-BE49-F238E27FC236}">
                <a16:creationId xmlns:a16="http://schemas.microsoft.com/office/drawing/2014/main" id="{AA4BD020-AD3F-47E6-A815-D6B2A95A17C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456103" y="5439914"/>
            <a:ext cx="1008824" cy="1008824"/>
          </a:xfrm>
          <a:prstGeom prst="rect">
            <a:avLst/>
          </a:prstGeom>
        </p:spPr>
      </p:pic>
      <p:pic>
        <p:nvPicPr>
          <p:cNvPr id="61" name="Picture 60" descr="Watermelon Moody Foodies">
            <a:extLst>
              <a:ext uri="{FF2B5EF4-FFF2-40B4-BE49-F238E27FC236}">
                <a16:creationId xmlns:a16="http://schemas.microsoft.com/office/drawing/2014/main" id="{6A39C984-0F0C-4C7E-A10E-D5215F39C9C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39653" y="5442715"/>
            <a:ext cx="1008825" cy="1008825"/>
          </a:xfrm>
          <a:prstGeom prst="rect">
            <a:avLst/>
          </a:prstGeom>
        </p:spPr>
      </p:pic>
      <p:sp>
        <p:nvSpPr>
          <p:cNvPr id="5" name="Rectangle: Folded Corner 24">
            <a:extLst>
              <a:ext uri="{FF2B5EF4-FFF2-40B4-BE49-F238E27FC236}">
                <a16:creationId xmlns:a16="http://schemas.microsoft.com/office/drawing/2014/main" id="{259B8D09-1870-4686-8A1E-F3A893C4808E}"/>
              </a:ext>
            </a:extLst>
          </p:cNvPr>
          <p:cNvSpPr/>
          <p:nvPr/>
        </p:nvSpPr>
        <p:spPr>
          <a:xfrm>
            <a:off x="689488" y="2095999"/>
            <a:ext cx="4893734" cy="711200"/>
          </a:xfrm>
          <a:prstGeom prst="foldedCorner">
            <a:avLst>
              <a:gd name="adj" fmla="val 47619"/>
            </a:avLst>
          </a:prstGeom>
          <a:solidFill>
            <a:srgbClr val="FD54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mj-lt"/>
              <a:cs typeface="Times New Roman" panose="02020603050405020304" pitchFamily="18" charset="0"/>
            </a:endParaRPr>
          </a:p>
        </p:txBody>
      </p:sp>
      <p:sp>
        <p:nvSpPr>
          <p:cNvPr id="6" name="TextBox 25">
            <a:extLst>
              <a:ext uri="{FF2B5EF4-FFF2-40B4-BE49-F238E27FC236}">
                <a16:creationId xmlns:a16="http://schemas.microsoft.com/office/drawing/2014/main" id="{485F110A-B9D1-7859-A59B-B9D8C4107C61}"/>
              </a:ext>
            </a:extLst>
          </p:cNvPr>
          <p:cNvSpPr txBox="1"/>
          <p:nvPr/>
        </p:nvSpPr>
        <p:spPr>
          <a:xfrm>
            <a:off x="879640" y="2257676"/>
            <a:ext cx="4524858" cy="369332"/>
          </a:xfrm>
          <a:prstGeom prst="rect">
            <a:avLst/>
          </a:prstGeom>
          <a:noFill/>
        </p:spPr>
        <p:txBody>
          <a:bodyPr wrap="square" rtlCol="0">
            <a:spAutoFit/>
          </a:bodyPr>
          <a:lstStyle/>
          <a:p>
            <a:pPr lvl="0"/>
            <a:r>
              <a:rPr lang="vi-VN" b="1" dirty="0">
                <a:solidFill>
                  <a:schemeClr val="bg1"/>
                </a:solidFill>
                <a:latin typeface="+mj-lt"/>
              </a:rPr>
              <a:t>Quản lý người dùng</a:t>
            </a:r>
            <a:endParaRPr lang="en-ZW" b="1" dirty="0">
              <a:solidFill>
                <a:schemeClr val="bg1"/>
              </a:solidFill>
              <a:latin typeface="+mj-lt"/>
            </a:endParaRPr>
          </a:p>
        </p:txBody>
      </p:sp>
      <p:sp>
        <p:nvSpPr>
          <p:cNvPr id="10" name="Hình chữ nhật 9">
            <a:extLst>
              <a:ext uri="{FF2B5EF4-FFF2-40B4-BE49-F238E27FC236}">
                <a16:creationId xmlns:a16="http://schemas.microsoft.com/office/drawing/2014/main" id="{83FACB68-351F-67D5-0E6E-CED494C2CD9D}"/>
              </a:ext>
            </a:extLst>
          </p:cNvPr>
          <p:cNvSpPr/>
          <p:nvPr/>
        </p:nvSpPr>
        <p:spPr>
          <a:xfrm>
            <a:off x="3022227" y="2469447"/>
            <a:ext cx="4893734" cy="3482133"/>
          </a:xfrm>
          <a:prstGeom prst="rect">
            <a:avLst/>
          </a:prstGeom>
          <a:solidFill>
            <a:srgbClr val="5982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mj-lt"/>
            </a:endParaRPr>
          </a:p>
        </p:txBody>
      </p:sp>
      <p:sp>
        <p:nvSpPr>
          <p:cNvPr id="8" name="Rectangle: Folded Corner 27">
            <a:extLst>
              <a:ext uri="{FF2B5EF4-FFF2-40B4-BE49-F238E27FC236}">
                <a16:creationId xmlns:a16="http://schemas.microsoft.com/office/drawing/2014/main" id="{B28D5C0A-68E5-3108-0FC1-D85A2945F393}"/>
              </a:ext>
            </a:extLst>
          </p:cNvPr>
          <p:cNvSpPr/>
          <p:nvPr/>
        </p:nvSpPr>
        <p:spPr>
          <a:xfrm>
            <a:off x="3012045" y="2459059"/>
            <a:ext cx="4893734" cy="711200"/>
          </a:xfrm>
          <a:prstGeom prst="foldedCorner">
            <a:avLst>
              <a:gd name="adj" fmla="val 47619"/>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cs typeface="Times New Roman" panose="02020603050405020304" pitchFamily="18" charset="0"/>
            </a:endParaRPr>
          </a:p>
        </p:txBody>
      </p:sp>
      <p:sp>
        <p:nvSpPr>
          <p:cNvPr id="9" name="TextBox 28">
            <a:extLst>
              <a:ext uri="{FF2B5EF4-FFF2-40B4-BE49-F238E27FC236}">
                <a16:creationId xmlns:a16="http://schemas.microsoft.com/office/drawing/2014/main" id="{4AB37A00-8DA6-C476-4F4D-FF77BF96837E}"/>
              </a:ext>
            </a:extLst>
          </p:cNvPr>
          <p:cNvSpPr txBox="1"/>
          <p:nvPr/>
        </p:nvSpPr>
        <p:spPr>
          <a:xfrm>
            <a:off x="3202197" y="2597249"/>
            <a:ext cx="3606800" cy="369332"/>
          </a:xfrm>
          <a:prstGeom prst="rect">
            <a:avLst/>
          </a:prstGeom>
          <a:noFill/>
        </p:spPr>
        <p:txBody>
          <a:bodyPr wrap="square" rtlCol="0">
            <a:spAutoFit/>
          </a:bodyPr>
          <a:lstStyle/>
          <a:p>
            <a:pPr lvl="0"/>
            <a:r>
              <a:rPr lang="vi-VN" b="1" dirty="0">
                <a:solidFill>
                  <a:schemeClr val="bg1"/>
                </a:solidFill>
                <a:latin typeface="+mj-lt"/>
              </a:rPr>
              <a:t>Quản lý nhóm làm việc</a:t>
            </a:r>
            <a:endParaRPr lang="en-ZW" b="1" dirty="0">
              <a:solidFill>
                <a:schemeClr val="bg1"/>
              </a:solidFill>
              <a:latin typeface="+mj-lt"/>
            </a:endParaRPr>
          </a:p>
        </p:txBody>
      </p:sp>
      <p:sp>
        <p:nvSpPr>
          <p:cNvPr id="4" name="TextBox 25">
            <a:extLst>
              <a:ext uri="{FF2B5EF4-FFF2-40B4-BE49-F238E27FC236}">
                <a16:creationId xmlns:a16="http://schemas.microsoft.com/office/drawing/2014/main" id="{7E0503CF-4FF9-BA6D-5E61-2C1CBFE8EC3A}"/>
              </a:ext>
            </a:extLst>
          </p:cNvPr>
          <p:cNvSpPr txBox="1"/>
          <p:nvPr/>
        </p:nvSpPr>
        <p:spPr>
          <a:xfrm>
            <a:off x="3042425" y="3235795"/>
            <a:ext cx="5001842" cy="369332"/>
          </a:xfrm>
          <a:prstGeom prst="rect">
            <a:avLst/>
          </a:prstGeom>
          <a:noFill/>
        </p:spPr>
        <p:txBody>
          <a:bodyPr wrap="square" rtlCol="0">
            <a:spAutoFit/>
          </a:bodyPr>
          <a:lstStyle/>
          <a:p>
            <a:pPr lvl="0"/>
            <a:r>
              <a:rPr lang="vi-VN" dirty="0">
                <a:solidFill>
                  <a:schemeClr val="bg1"/>
                </a:solidFill>
                <a:latin typeface="+mj-lt"/>
              </a:rPr>
              <a:t>+</a:t>
            </a:r>
            <a:r>
              <a:rPr lang="vi-VN" dirty="0" err="1">
                <a:solidFill>
                  <a:schemeClr val="bg1"/>
                </a:solidFill>
                <a:latin typeface="+mj-lt"/>
              </a:rPr>
              <a:t>tạo,xóa</a:t>
            </a:r>
            <a:r>
              <a:rPr lang="vi-VN" dirty="0">
                <a:solidFill>
                  <a:schemeClr val="bg1"/>
                </a:solidFill>
                <a:latin typeface="+mj-lt"/>
              </a:rPr>
              <a:t> nhóm làm việc</a:t>
            </a:r>
          </a:p>
        </p:txBody>
      </p:sp>
      <p:sp>
        <p:nvSpPr>
          <p:cNvPr id="11" name="TextBox 25">
            <a:extLst>
              <a:ext uri="{FF2B5EF4-FFF2-40B4-BE49-F238E27FC236}">
                <a16:creationId xmlns:a16="http://schemas.microsoft.com/office/drawing/2014/main" id="{9E5E6E30-46C9-848C-A6B2-1E824BF12A5C}"/>
              </a:ext>
            </a:extLst>
          </p:cNvPr>
          <p:cNvSpPr txBox="1"/>
          <p:nvPr/>
        </p:nvSpPr>
        <p:spPr>
          <a:xfrm>
            <a:off x="3032638" y="3994229"/>
            <a:ext cx="4883323" cy="369332"/>
          </a:xfrm>
          <a:prstGeom prst="rect">
            <a:avLst/>
          </a:prstGeom>
          <a:noFill/>
        </p:spPr>
        <p:txBody>
          <a:bodyPr wrap="square" rtlCol="0">
            <a:spAutoFit/>
          </a:bodyPr>
          <a:lstStyle/>
          <a:p>
            <a:pPr lvl="0"/>
            <a:r>
              <a:rPr lang="vi-VN" dirty="0">
                <a:solidFill>
                  <a:schemeClr val="bg1"/>
                </a:solidFill>
                <a:latin typeface="+mj-lt"/>
              </a:rPr>
              <a:t>+xem danh sách nhóm</a:t>
            </a:r>
          </a:p>
        </p:txBody>
      </p:sp>
      <p:sp>
        <p:nvSpPr>
          <p:cNvPr id="12" name="TextBox 25">
            <a:extLst>
              <a:ext uri="{FF2B5EF4-FFF2-40B4-BE49-F238E27FC236}">
                <a16:creationId xmlns:a16="http://schemas.microsoft.com/office/drawing/2014/main" id="{14536D78-3128-008E-D93A-E4511ED2D2D8}"/>
              </a:ext>
            </a:extLst>
          </p:cNvPr>
          <p:cNvSpPr txBox="1"/>
          <p:nvPr/>
        </p:nvSpPr>
        <p:spPr>
          <a:xfrm>
            <a:off x="3032638" y="3652723"/>
            <a:ext cx="5001842" cy="369332"/>
          </a:xfrm>
          <a:prstGeom prst="rect">
            <a:avLst/>
          </a:prstGeom>
          <a:noFill/>
        </p:spPr>
        <p:txBody>
          <a:bodyPr wrap="square" rtlCol="0">
            <a:spAutoFit/>
          </a:bodyPr>
          <a:lstStyle/>
          <a:p>
            <a:pPr lvl="0"/>
            <a:r>
              <a:rPr lang="vi-VN" dirty="0">
                <a:solidFill>
                  <a:schemeClr val="bg1"/>
                </a:solidFill>
                <a:latin typeface="+mj-lt"/>
              </a:rPr>
              <a:t>+thêm, xóa thành viên</a:t>
            </a:r>
          </a:p>
        </p:txBody>
      </p:sp>
      <p:sp>
        <p:nvSpPr>
          <p:cNvPr id="13" name="TextBox 25">
            <a:extLst>
              <a:ext uri="{FF2B5EF4-FFF2-40B4-BE49-F238E27FC236}">
                <a16:creationId xmlns:a16="http://schemas.microsoft.com/office/drawing/2014/main" id="{A1AFD2FF-5718-0D36-D5E4-4A1FA360F8E0}"/>
              </a:ext>
            </a:extLst>
          </p:cNvPr>
          <p:cNvSpPr txBox="1"/>
          <p:nvPr/>
        </p:nvSpPr>
        <p:spPr>
          <a:xfrm>
            <a:off x="3012045" y="4677031"/>
            <a:ext cx="4883323" cy="369332"/>
          </a:xfrm>
          <a:prstGeom prst="rect">
            <a:avLst/>
          </a:prstGeom>
          <a:noFill/>
        </p:spPr>
        <p:txBody>
          <a:bodyPr wrap="square" rtlCol="0">
            <a:spAutoFit/>
          </a:bodyPr>
          <a:lstStyle/>
          <a:p>
            <a:r>
              <a:rPr lang="vi-VN" dirty="0">
                <a:solidFill>
                  <a:schemeClr val="bg1"/>
                </a:solidFill>
                <a:latin typeface="+mj-lt"/>
              </a:rPr>
              <a:t>+trò chuyện, gửi </a:t>
            </a:r>
            <a:r>
              <a:rPr lang="vi-VN" dirty="0" err="1">
                <a:solidFill>
                  <a:schemeClr val="bg1"/>
                </a:solidFill>
                <a:latin typeface="+mj-lt"/>
              </a:rPr>
              <a:t>file</a:t>
            </a:r>
            <a:r>
              <a:rPr lang="vi-VN" dirty="0">
                <a:solidFill>
                  <a:schemeClr val="bg1"/>
                </a:solidFill>
                <a:latin typeface="+mj-lt"/>
              </a:rPr>
              <a:t>, gửi thông báo thời gian thực</a:t>
            </a:r>
            <a:endParaRPr lang="en-ZW" dirty="0">
              <a:solidFill>
                <a:schemeClr val="bg1"/>
              </a:solidFill>
              <a:latin typeface="+mj-lt"/>
            </a:endParaRPr>
          </a:p>
        </p:txBody>
      </p:sp>
      <p:sp>
        <p:nvSpPr>
          <p:cNvPr id="14" name="TextBox 25">
            <a:extLst>
              <a:ext uri="{FF2B5EF4-FFF2-40B4-BE49-F238E27FC236}">
                <a16:creationId xmlns:a16="http://schemas.microsoft.com/office/drawing/2014/main" id="{91B39F73-449E-BE5D-7624-CD5EFE833AB1}"/>
              </a:ext>
            </a:extLst>
          </p:cNvPr>
          <p:cNvSpPr txBox="1"/>
          <p:nvPr/>
        </p:nvSpPr>
        <p:spPr>
          <a:xfrm>
            <a:off x="3012045" y="4336136"/>
            <a:ext cx="4883323" cy="369332"/>
          </a:xfrm>
          <a:prstGeom prst="rect">
            <a:avLst/>
          </a:prstGeom>
          <a:noFill/>
        </p:spPr>
        <p:txBody>
          <a:bodyPr wrap="square" rtlCol="0">
            <a:spAutoFit/>
          </a:bodyPr>
          <a:lstStyle/>
          <a:p>
            <a:pPr lvl="0"/>
            <a:r>
              <a:rPr lang="vi-VN" dirty="0">
                <a:solidFill>
                  <a:schemeClr val="bg1"/>
                </a:solidFill>
                <a:latin typeface="+mj-lt"/>
              </a:rPr>
              <a:t>+xem danh sách, xem thông tin thành viên</a:t>
            </a:r>
          </a:p>
        </p:txBody>
      </p:sp>
      <p:sp>
        <p:nvSpPr>
          <p:cNvPr id="19" name="Hình chữ nhật 18">
            <a:extLst>
              <a:ext uri="{FF2B5EF4-FFF2-40B4-BE49-F238E27FC236}">
                <a16:creationId xmlns:a16="http://schemas.microsoft.com/office/drawing/2014/main" id="{022CE9D3-1CC1-1A15-9B50-24ADC2A6674F}"/>
              </a:ext>
            </a:extLst>
          </p:cNvPr>
          <p:cNvSpPr/>
          <p:nvPr/>
        </p:nvSpPr>
        <p:spPr>
          <a:xfrm>
            <a:off x="6631179" y="8205809"/>
            <a:ext cx="4893734" cy="3482133"/>
          </a:xfrm>
          <a:prstGeom prst="rect">
            <a:avLst/>
          </a:prstGeom>
          <a:solidFill>
            <a:srgbClr val="355EA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20" name="Rectangle: Folded Corner 30">
            <a:extLst>
              <a:ext uri="{FF2B5EF4-FFF2-40B4-BE49-F238E27FC236}">
                <a16:creationId xmlns:a16="http://schemas.microsoft.com/office/drawing/2014/main" id="{00D99BA2-810B-5877-58FF-AE64DA20D264}"/>
              </a:ext>
            </a:extLst>
          </p:cNvPr>
          <p:cNvSpPr/>
          <p:nvPr/>
        </p:nvSpPr>
        <p:spPr>
          <a:xfrm>
            <a:off x="6620997" y="8210625"/>
            <a:ext cx="4893734" cy="711200"/>
          </a:xfrm>
          <a:prstGeom prst="foldedCorner">
            <a:avLst>
              <a:gd name="adj" fmla="val 47619"/>
            </a:avLst>
          </a:prstGeom>
          <a:solidFill>
            <a:srgbClr val="34A8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21" name="TextBox 31">
            <a:extLst>
              <a:ext uri="{FF2B5EF4-FFF2-40B4-BE49-F238E27FC236}">
                <a16:creationId xmlns:a16="http://schemas.microsoft.com/office/drawing/2014/main" id="{A3397350-12E4-499B-FD02-922FE8588F1A}"/>
              </a:ext>
            </a:extLst>
          </p:cNvPr>
          <p:cNvSpPr txBox="1"/>
          <p:nvPr/>
        </p:nvSpPr>
        <p:spPr>
          <a:xfrm>
            <a:off x="6840100" y="8359957"/>
            <a:ext cx="3606800" cy="369332"/>
          </a:xfrm>
          <a:prstGeom prst="rect">
            <a:avLst/>
          </a:prstGeom>
          <a:noFill/>
        </p:spPr>
        <p:txBody>
          <a:bodyPr wrap="square" rtlCol="0">
            <a:spAutoFit/>
          </a:bodyPr>
          <a:lstStyle/>
          <a:p>
            <a:pPr lvl="0"/>
            <a:r>
              <a:rPr lang="vi-VN" b="1" dirty="0">
                <a:solidFill>
                  <a:schemeClr val="bg1"/>
                </a:solidFill>
                <a:latin typeface="Times New Roman" panose="02020603050405020304" pitchFamily="18" charset="0"/>
                <a:cs typeface="Times New Roman" panose="02020603050405020304" pitchFamily="18" charset="0"/>
              </a:rPr>
              <a:t>Quản lý đoạn </a:t>
            </a:r>
            <a:r>
              <a:rPr lang="vi-VN" b="1" dirty="0" err="1">
                <a:solidFill>
                  <a:schemeClr val="bg1"/>
                </a:solidFill>
                <a:latin typeface="Times New Roman" panose="02020603050405020304" pitchFamily="18" charset="0"/>
                <a:cs typeface="Times New Roman" panose="02020603050405020304" pitchFamily="18" charset="0"/>
              </a:rPr>
              <a:t>chat</a:t>
            </a:r>
            <a:endParaRPr lang="en-ZW" b="1" dirty="0">
              <a:solidFill>
                <a:schemeClr val="bg1"/>
              </a:solidFill>
              <a:latin typeface="Times New Roman" panose="02020603050405020304" pitchFamily="18" charset="0"/>
              <a:cs typeface="Times New Roman" panose="02020603050405020304" pitchFamily="18" charset="0"/>
            </a:endParaRPr>
          </a:p>
        </p:txBody>
      </p:sp>
      <p:sp>
        <p:nvSpPr>
          <p:cNvPr id="22" name="TextBox 50">
            <a:extLst>
              <a:ext uri="{FF2B5EF4-FFF2-40B4-BE49-F238E27FC236}">
                <a16:creationId xmlns:a16="http://schemas.microsoft.com/office/drawing/2014/main" id="{F0A7A070-1914-6F8E-60C2-C5264A0AB263}"/>
              </a:ext>
            </a:extLst>
          </p:cNvPr>
          <p:cNvSpPr txBox="1"/>
          <p:nvPr/>
        </p:nvSpPr>
        <p:spPr>
          <a:xfrm>
            <a:off x="689488" y="1451403"/>
            <a:ext cx="3431679"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đã hoàn thiện</a:t>
            </a:r>
            <a:endParaRPr lang="en-PH"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211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a:extLst>
            <a:ext uri="{FF2B5EF4-FFF2-40B4-BE49-F238E27FC236}">
              <a16:creationId xmlns:a16="http://schemas.microsoft.com/office/drawing/2014/main" id="{636786D1-4397-8D3C-1C1A-1785EBDE4F72}"/>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64B5A854-66A6-7E38-A4F4-586C83A30B92}"/>
              </a:ext>
            </a:extLst>
          </p:cNvPr>
          <p:cNvSpPr/>
          <p:nvPr/>
        </p:nvSpPr>
        <p:spPr>
          <a:xfrm>
            <a:off x="442856" y="1115904"/>
            <a:ext cx="11501425"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latin typeface="Times New Roman" panose="02020603050405020304" pitchFamily="18" charset="0"/>
              <a:cs typeface="Times New Roman" panose="02020603050405020304" pitchFamily="18" charset="0"/>
            </a:endParaRPr>
          </a:p>
        </p:txBody>
      </p:sp>
      <p:sp>
        <p:nvSpPr>
          <p:cNvPr id="7" name="Hình chữ nhật 6">
            <a:extLst>
              <a:ext uri="{FF2B5EF4-FFF2-40B4-BE49-F238E27FC236}">
                <a16:creationId xmlns:a16="http://schemas.microsoft.com/office/drawing/2014/main" id="{DA6539DA-5A59-6993-807A-8BA7E4DE99C4}"/>
              </a:ext>
            </a:extLst>
          </p:cNvPr>
          <p:cNvSpPr/>
          <p:nvPr/>
        </p:nvSpPr>
        <p:spPr>
          <a:xfrm>
            <a:off x="689488" y="2095999"/>
            <a:ext cx="4893734" cy="3482133"/>
          </a:xfrm>
          <a:prstGeom prst="rect">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latin typeface="Times New Roman" panose="02020603050405020304" pitchFamily="18" charset="0"/>
              <a:cs typeface="Times New Roman" panose="02020603050405020304" pitchFamily="18" charset="0"/>
            </a:endParaRPr>
          </a:p>
        </p:txBody>
      </p:sp>
      <p:sp>
        <p:nvSpPr>
          <p:cNvPr id="29" name="Rectangle: Folded Corner 28">
            <a:extLst>
              <a:ext uri="{FF2B5EF4-FFF2-40B4-BE49-F238E27FC236}">
                <a16:creationId xmlns:a16="http://schemas.microsoft.com/office/drawing/2014/main" id="{9E24CF15-4047-0B25-E4C7-131860750F1A}"/>
              </a:ext>
            </a:extLst>
          </p:cNvPr>
          <p:cNvSpPr/>
          <p:nvPr/>
        </p:nvSpPr>
        <p:spPr>
          <a:xfrm>
            <a:off x="13792056" y="3720645"/>
            <a:ext cx="4893734" cy="711200"/>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AFAEB4BD-1B5B-0302-3722-15A65E735DF7}"/>
              </a:ext>
            </a:extLst>
          </p:cNvPr>
          <p:cNvSpPr txBox="1"/>
          <p:nvPr/>
        </p:nvSpPr>
        <p:spPr>
          <a:xfrm>
            <a:off x="14011159" y="386997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3</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73C2658-2F90-A7D2-451D-78496C0F026E}"/>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1EDFDBB0-6141-2B7A-92AA-F36E100C1795}"/>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43" name="Picture 42" descr="Chart, logo, company name, bubble chart&#10;&#10;Description automatically generated">
            <a:extLst>
              <a:ext uri="{FF2B5EF4-FFF2-40B4-BE49-F238E27FC236}">
                <a16:creationId xmlns:a16="http://schemas.microsoft.com/office/drawing/2014/main" id="{2829DFAC-5867-FAC5-8D7D-CCB5739D3F0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22488" y="-954919"/>
            <a:ext cx="784843" cy="660173"/>
          </a:xfrm>
          <a:prstGeom prst="rect">
            <a:avLst/>
          </a:prstGeom>
        </p:spPr>
      </p:pic>
      <p:pic>
        <p:nvPicPr>
          <p:cNvPr id="44" name="Picture 43" descr="Chart, logo, company name, bubble chart&#10;&#10;Description automatically generated">
            <a:extLst>
              <a:ext uri="{FF2B5EF4-FFF2-40B4-BE49-F238E27FC236}">
                <a16:creationId xmlns:a16="http://schemas.microsoft.com/office/drawing/2014/main" id="{2354CBF4-FCA8-55A2-B130-6A6DF5CF8903}"/>
              </a:ext>
            </a:extLst>
          </p:cNvPr>
          <p:cNvPicPr>
            <a:picLocks noChangeAspect="1"/>
          </p:cNvPicPr>
          <p:nvPr/>
        </p:nvPicPr>
        <p:blipFill rotWithShape="1">
          <a:blip r:embed="rId4">
            <a:extLst>
              <a:ext uri="{BEBA8EAE-BF5A-486C-A8C5-ECC9F3942E4B}">
                <a14:imgProps xmlns:a14="http://schemas.microsoft.com/office/drawing/2010/main">
                  <a14:imgLayer r:embed="rId3">
                    <a14:imgEffect>
                      <a14:backgroundRemoval t="20480" b="43172" l="42795" r="55808">
                        <a14:foregroundMark x1="54492" y1="28819" x2="54492" y2="28819"/>
                        <a14:foregroundMark x1="52539" y1="31597" x2="52539" y2="31597"/>
                        <a14:foregroundMark x1="52148" y1="40104" x2="52148" y2="40104"/>
                        <a14:foregroundMark x1="52246" y1="38542" x2="52246" y2="42188"/>
                        <a14:foregroundMark x1="51953" y1="31250" x2="52539" y2="32639"/>
                      </a14:backgroundRemoval>
                    </a14:imgEffect>
                  </a14:imgLayer>
                </a14:imgProps>
              </a:ext>
              <a:ext uri="{28A0092B-C50C-407E-A947-70E740481C1C}">
                <a14:useLocalDpi xmlns:a14="http://schemas.microsoft.com/office/drawing/2010/main" val="0"/>
              </a:ext>
            </a:extLst>
          </a:blip>
          <a:srcRect l="41168" t="17644" r="42565" b="53992"/>
          <a:stretch/>
        </p:blipFill>
        <p:spPr>
          <a:xfrm rot="1302950">
            <a:off x="11357195" y="-5462355"/>
            <a:ext cx="530083" cy="519889"/>
          </a:xfrm>
          <a:prstGeom prst="rect">
            <a:avLst/>
          </a:prstGeom>
        </p:spPr>
      </p:pic>
      <p:sp>
        <p:nvSpPr>
          <p:cNvPr id="45" name="Rectangle: Folded Corner 44">
            <a:extLst>
              <a:ext uri="{FF2B5EF4-FFF2-40B4-BE49-F238E27FC236}">
                <a16:creationId xmlns:a16="http://schemas.microsoft.com/office/drawing/2014/main" id="{214F2748-F29E-586D-3722-64F2525CDC03}"/>
              </a:ext>
            </a:extLst>
          </p:cNvPr>
          <p:cNvSpPr/>
          <p:nvPr/>
        </p:nvSpPr>
        <p:spPr>
          <a:xfrm>
            <a:off x="442856" y="-5565003"/>
            <a:ext cx="2030179" cy="619948"/>
          </a:xfrm>
          <a:prstGeom prst="foldedCorner">
            <a:avLst>
              <a:gd name="adj" fmla="val 47619"/>
            </a:avLst>
          </a:prstGeom>
          <a:solidFill>
            <a:srgbClr val="FD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66DC500C-4295-7CCD-4A16-5B40FF10A2EE}"/>
              </a:ext>
            </a:extLst>
          </p:cNvPr>
          <p:cNvSpPr txBox="1"/>
          <p:nvPr/>
        </p:nvSpPr>
        <p:spPr>
          <a:xfrm>
            <a:off x="510274" y="-5479581"/>
            <a:ext cx="1496291"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1</a:t>
            </a:r>
            <a:endParaRPr lang="en-PH" sz="2000" dirty="0">
              <a:solidFill>
                <a:schemeClr val="bg1"/>
              </a:solidFill>
              <a:latin typeface="Times New Roman" panose="02020603050405020304" pitchFamily="18" charset="0"/>
              <a:cs typeface="Times New Roman" panose="02020603050405020304" pitchFamily="18" charset="0"/>
            </a:endParaRPr>
          </a:p>
        </p:txBody>
      </p:sp>
      <p:pic>
        <p:nvPicPr>
          <p:cNvPr id="48" name="Picture 47" descr="Chart, logo, company name, bubble chart&#10;&#10;Description automatically generated">
            <a:extLst>
              <a:ext uri="{FF2B5EF4-FFF2-40B4-BE49-F238E27FC236}">
                <a16:creationId xmlns:a16="http://schemas.microsoft.com/office/drawing/2014/main" id="{CD8AD79D-EC82-0189-A272-4AC562C8295F}"/>
              </a:ext>
            </a:extLst>
          </p:cNvPr>
          <p:cNvPicPr>
            <a:picLocks noChangeAspect="1"/>
          </p:cNvPicPr>
          <p:nvPr/>
        </p:nvPicPr>
        <p:blipFill rotWithShape="1">
          <a:blip r:embed="rId5">
            <a:extLst>
              <a:ext uri="{BEBA8EAE-BF5A-486C-A8C5-ECC9F3942E4B}">
                <a14:imgProps xmlns:a14="http://schemas.microsoft.com/office/drawing/2010/main">
                  <a14:imgLayer r:embed="rId3">
                    <a14:imgEffect>
                      <a14:backgroundRemoval t="56441" b="81611" l="16831" r="31342"/>
                    </a14:imgEffect>
                  </a14:imgLayer>
                </a14:imgProps>
              </a:ext>
              <a:ext uri="{28A0092B-C50C-407E-A947-70E740481C1C}">
                <a14:useLocalDpi xmlns:a14="http://schemas.microsoft.com/office/drawing/2010/main" val="0"/>
              </a:ext>
            </a:extLst>
          </a:blip>
          <a:srcRect l="15017" t="53295" r="66844" b="15243"/>
          <a:stretch/>
        </p:blipFill>
        <p:spPr>
          <a:xfrm>
            <a:off x="12192000" y="2900217"/>
            <a:ext cx="528207" cy="515324"/>
          </a:xfrm>
          <a:prstGeom prst="rect">
            <a:avLst/>
          </a:prstGeom>
        </p:spPr>
      </p:pic>
      <p:pic>
        <p:nvPicPr>
          <p:cNvPr id="49" name="Picture 48" descr="Chart, logo, company name, bubble chart&#10;&#10;Description automatically generated">
            <a:extLst>
              <a:ext uri="{FF2B5EF4-FFF2-40B4-BE49-F238E27FC236}">
                <a16:creationId xmlns:a16="http://schemas.microsoft.com/office/drawing/2014/main" id="{D575FF11-AB1F-AE6B-2B05-A2FC39C0ECEB}"/>
              </a:ext>
            </a:extLst>
          </p:cNvPr>
          <p:cNvPicPr>
            <a:picLocks noChangeAspect="1"/>
          </p:cNvPicPr>
          <p:nvPr/>
        </p:nvPicPr>
        <p:blipFill rotWithShape="1">
          <a:blip r:embed="rId6">
            <a:extLst>
              <a:ext uri="{BEBA8EAE-BF5A-486C-A8C5-ECC9F3942E4B}">
                <a14:imgProps xmlns:a14="http://schemas.microsoft.com/office/drawing/2010/main">
                  <a14:imgLayer r:embed="rId3">
                    <a14:imgEffect>
                      <a14:backgroundRemoval t="60872" b="84798" l="42806" r="55500"/>
                    </a14:imgEffect>
                  </a14:imgLayer>
                </a14:imgProps>
              </a:ext>
              <a:ext uri="{28A0092B-C50C-407E-A947-70E740481C1C}">
                <a14:useLocalDpi xmlns:a14="http://schemas.microsoft.com/office/drawing/2010/main" val="0"/>
              </a:ext>
            </a:extLst>
          </a:blip>
          <a:srcRect l="41219" t="57881" r="42913" b="12211"/>
          <a:stretch/>
        </p:blipFill>
        <p:spPr>
          <a:xfrm rot="20517629">
            <a:off x="11313929" y="-883686"/>
            <a:ext cx="553141" cy="586464"/>
          </a:xfrm>
          <a:prstGeom prst="rect">
            <a:avLst/>
          </a:prstGeom>
        </p:spPr>
      </p:pic>
      <p:pic>
        <p:nvPicPr>
          <p:cNvPr id="50" name="Picture 49" descr="Chart, logo, company name, bubble chart&#10;&#10;Description automatically generated">
            <a:extLst>
              <a:ext uri="{FF2B5EF4-FFF2-40B4-BE49-F238E27FC236}">
                <a16:creationId xmlns:a16="http://schemas.microsoft.com/office/drawing/2014/main" id="{62A61C51-9175-17B7-2C06-FBBDB5044718}"/>
              </a:ext>
            </a:extLst>
          </p:cNvPr>
          <p:cNvPicPr>
            <a:picLocks noChangeAspect="1"/>
          </p:cNvPicPr>
          <p:nvPr/>
        </p:nvPicPr>
        <p:blipFill rotWithShape="1">
          <a:blip r:embed="rId7">
            <a:extLst>
              <a:ext uri="{BEBA8EAE-BF5A-486C-A8C5-ECC9F3942E4B}">
                <a14:imgProps xmlns:a14="http://schemas.microsoft.com/office/drawing/2010/main">
                  <a14:imgLayer r:embed="rId3">
                    <a14:imgEffect>
                      <a14:backgroundRemoval t="62030" b="83712" l="71522" r="81310"/>
                    </a14:imgEffect>
                  </a14:imgLayer>
                </a14:imgProps>
              </a:ext>
              <a:ext uri="{28A0092B-C50C-407E-A947-70E740481C1C}">
                <a14:useLocalDpi xmlns:a14="http://schemas.microsoft.com/office/drawing/2010/main" val="0"/>
              </a:ext>
            </a:extLst>
          </a:blip>
          <a:srcRect l="70299" t="59320" r="17466" b="13578"/>
          <a:stretch/>
        </p:blipFill>
        <p:spPr>
          <a:xfrm>
            <a:off x="2540453" y="-5543007"/>
            <a:ext cx="471592" cy="587605"/>
          </a:xfrm>
          <a:prstGeom prst="rect">
            <a:avLst/>
          </a:prstGeom>
        </p:spPr>
      </p:pic>
      <p:sp>
        <p:nvSpPr>
          <p:cNvPr id="62" name="Rectangle 61">
            <a:extLst>
              <a:ext uri="{FF2B5EF4-FFF2-40B4-BE49-F238E27FC236}">
                <a16:creationId xmlns:a16="http://schemas.microsoft.com/office/drawing/2014/main" id="{AE528A1D-738F-283C-30D6-058A43756CD6}"/>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1026D318-081D-DA70-7471-F31E1267E2F5}"/>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Times New Roman" panose="02020603050405020304" pitchFamily="18" charset="0"/>
                <a:cs typeface="Times New Roman" panose="02020603050405020304" pitchFamily="18" charset="0"/>
              </a:rPr>
              <a:t>Nhóm 4</a:t>
            </a:r>
            <a:endParaRPr lang="en-PH" sz="3600" b="1" dirty="0">
              <a:solidFill>
                <a:srgbClr val="2EA54E"/>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64" name="Oval 63">
            <a:extLst>
              <a:ext uri="{FF2B5EF4-FFF2-40B4-BE49-F238E27FC236}">
                <a16:creationId xmlns:a16="http://schemas.microsoft.com/office/drawing/2014/main" id="{5D3F51C2-F1C3-F7CF-95F8-FD892F4E49A7}"/>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5" name="Oval 64">
            <a:extLst>
              <a:ext uri="{FF2B5EF4-FFF2-40B4-BE49-F238E27FC236}">
                <a16:creationId xmlns:a16="http://schemas.microsoft.com/office/drawing/2014/main" id="{4203D0C1-8CB4-6318-26F1-FED47F451664}"/>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66" name="Oval 65">
            <a:extLst>
              <a:ext uri="{FF2B5EF4-FFF2-40B4-BE49-F238E27FC236}">
                <a16:creationId xmlns:a16="http://schemas.microsoft.com/office/drawing/2014/main" id="{FAD2B600-B622-9E9A-80E1-B4CC1A402EB9}"/>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67" name="Group 66">
            <a:extLst>
              <a:ext uri="{FF2B5EF4-FFF2-40B4-BE49-F238E27FC236}">
                <a16:creationId xmlns:a16="http://schemas.microsoft.com/office/drawing/2014/main" id="{1A1D2EEF-1043-2DBE-61D0-0E5D3ACAA750}"/>
              </a:ext>
            </a:extLst>
          </p:cNvPr>
          <p:cNvGrpSpPr/>
          <p:nvPr/>
        </p:nvGrpSpPr>
        <p:grpSpPr>
          <a:xfrm>
            <a:off x="3065043" y="346935"/>
            <a:ext cx="6654018" cy="550671"/>
            <a:chOff x="2768991" y="3077691"/>
            <a:chExt cx="6654018" cy="550671"/>
          </a:xfrm>
        </p:grpSpPr>
        <p:sp>
          <p:nvSpPr>
            <p:cNvPr id="68" name="Rectangle: Rounded Corners 67">
              <a:extLst>
                <a:ext uri="{FF2B5EF4-FFF2-40B4-BE49-F238E27FC236}">
                  <a16:creationId xmlns:a16="http://schemas.microsoft.com/office/drawing/2014/main" id="{B4C02836-0BAF-D0D9-085B-405F6BD39AFA}"/>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69" name="Picture 68">
              <a:extLst>
                <a:ext uri="{FF2B5EF4-FFF2-40B4-BE49-F238E27FC236}">
                  <a16:creationId xmlns:a16="http://schemas.microsoft.com/office/drawing/2014/main" id="{F5E0FEC8-A307-9C38-45AF-921C60919CD0}"/>
                </a:ext>
              </a:extLst>
            </p:cNvPr>
            <p:cNvPicPr>
              <a:picLocks noChangeAspect="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70" name="Picture 69" descr="Icon&#10;&#10;Description automatically generated">
              <a:extLst>
                <a:ext uri="{FF2B5EF4-FFF2-40B4-BE49-F238E27FC236}">
                  <a16:creationId xmlns:a16="http://schemas.microsoft.com/office/drawing/2014/main" id="{EB4DB7D2-3FF9-B212-4203-A3162E26544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71" name="TextBox 70">
            <a:extLst>
              <a:ext uri="{FF2B5EF4-FFF2-40B4-BE49-F238E27FC236}">
                <a16:creationId xmlns:a16="http://schemas.microsoft.com/office/drawing/2014/main" id="{D42E6E24-048A-D3B6-F0EC-0A20211A2D82}"/>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72" name="Group 71">
            <a:extLst>
              <a:ext uri="{FF2B5EF4-FFF2-40B4-BE49-F238E27FC236}">
                <a16:creationId xmlns:a16="http://schemas.microsoft.com/office/drawing/2014/main" id="{7CB6EB99-3F36-5985-95B4-370BC552ABF0}"/>
              </a:ext>
            </a:extLst>
          </p:cNvPr>
          <p:cNvGrpSpPr/>
          <p:nvPr/>
        </p:nvGrpSpPr>
        <p:grpSpPr>
          <a:xfrm rot="5400000" flipV="1">
            <a:off x="-3375115" y="3352257"/>
            <a:ext cx="6858002" cy="153487"/>
            <a:chOff x="-1" y="6732587"/>
            <a:chExt cx="12192000" cy="127731"/>
          </a:xfrm>
        </p:grpSpPr>
        <p:sp>
          <p:nvSpPr>
            <p:cNvPr id="73" name="Rectangle 72">
              <a:extLst>
                <a:ext uri="{FF2B5EF4-FFF2-40B4-BE49-F238E27FC236}">
                  <a16:creationId xmlns:a16="http://schemas.microsoft.com/office/drawing/2014/main" id="{5A0C03D6-A6E1-7BDE-70B2-DB05796CB790}"/>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4" name="Rectangle 73">
              <a:extLst>
                <a:ext uri="{FF2B5EF4-FFF2-40B4-BE49-F238E27FC236}">
                  <a16:creationId xmlns:a16="http://schemas.microsoft.com/office/drawing/2014/main" id="{BA4FA8DC-F706-FC61-9B30-ED421CB57C4F}"/>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655ED7A3-6E9D-5117-6F36-24006953A8FE}"/>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76" name="Rectangle 75">
              <a:extLst>
                <a:ext uri="{FF2B5EF4-FFF2-40B4-BE49-F238E27FC236}">
                  <a16:creationId xmlns:a16="http://schemas.microsoft.com/office/drawing/2014/main" id="{83857C9A-DBFC-3FB4-6B70-E1FB5ABB44C1}"/>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36" name="Picture 35" descr="Chart, logo, company name, bubble chart&#10;&#10;Description automatically generated">
            <a:extLst>
              <a:ext uri="{FF2B5EF4-FFF2-40B4-BE49-F238E27FC236}">
                <a16:creationId xmlns:a16="http://schemas.microsoft.com/office/drawing/2014/main" id="{9DCCE0EC-85C7-3F69-8A6A-3814D11BC8CC}"/>
              </a:ext>
            </a:extLst>
          </p:cNvPr>
          <p:cNvPicPr>
            <a:picLocks noChangeAspect="1"/>
          </p:cNvPicPr>
          <p:nvPr/>
        </p:nvPicPr>
        <p:blipFill rotWithShape="1">
          <a:blip r:embed="rId10">
            <a:extLst>
              <a:ext uri="{BEBA8EAE-BF5A-486C-A8C5-ECC9F3942E4B}">
                <a14:imgProps xmlns:a14="http://schemas.microsoft.com/office/drawing/2010/main">
                  <a14:imgLayer r:embed="rId3">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grpSp>
        <p:nvGrpSpPr>
          <p:cNvPr id="3" name="Group 2">
            <a:extLst>
              <a:ext uri="{FF2B5EF4-FFF2-40B4-BE49-F238E27FC236}">
                <a16:creationId xmlns:a16="http://schemas.microsoft.com/office/drawing/2014/main" id="{DD1F91EB-C187-244D-5D5F-E02E16F2EE95}"/>
              </a:ext>
            </a:extLst>
          </p:cNvPr>
          <p:cNvGrpSpPr/>
          <p:nvPr/>
        </p:nvGrpSpPr>
        <p:grpSpPr>
          <a:xfrm>
            <a:off x="422489"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3AD146B5-A4C6-8CE3-BD1F-4881293A98A8}"/>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B314275F-85DB-1A7F-3C35-7540FA886039}"/>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7181DC6C-14EA-CBEB-716A-5E971F4CB1C8}"/>
              </a:ext>
            </a:extLst>
          </p:cNvPr>
          <p:cNvGrpSpPr/>
          <p:nvPr/>
        </p:nvGrpSpPr>
        <p:grpSpPr>
          <a:xfrm rot="5400000">
            <a:off x="6100468" y="592520"/>
            <a:ext cx="165830" cy="11521794"/>
            <a:chOff x="2661323" y="1779640"/>
            <a:chExt cx="150703" cy="3498597"/>
          </a:xfrm>
          <a:solidFill>
            <a:srgbClr val="FBBB01"/>
          </a:solidFill>
        </p:grpSpPr>
        <p:sp>
          <p:nvSpPr>
            <p:cNvPr id="41" name="Rectangle 40">
              <a:extLst>
                <a:ext uri="{FF2B5EF4-FFF2-40B4-BE49-F238E27FC236}">
                  <a16:creationId xmlns:a16="http://schemas.microsoft.com/office/drawing/2014/main" id="{E3827B3E-9705-74A7-89F7-1677781B779E}"/>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C674EDA-28DA-65D5-9400-12D2880A7F99}"/>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E3E70C8E-1ACF-16E8-642C-7D1339C70DEF}"/>
              </a:ext>
            </a:extLst>
          </p:cNvPr>
          <p:cNvGrpSpPr/>
          <p:nvPr/>
        </p:nvGrpSpPr>
        <p:grpSpPr>
          <a:xfrm>
            <a:off x="11799669" y="1130824"/>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FF40834A-36EB-A983-1390-32FB33A47C51}"/>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1B694843-62B7-9555-F116-D0626B578BCF}"/>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D862FA38-87A7-95B6-D862-E16BAA9229B8}"/>
              </a:ext>
            </a:extLst>
          </p:cNvPr>
          <p:cNvGrpSpPr/>
          <p:nvPr/>
        </p:nvGrpSpPr>
        <p:grpSpPr>
          <a:xfrm rot="5400000">
            <a:off x="6117536" y="-4564227"/>
            <a:ext cx="152057" cy="11542159"/>
            <a:chOff x="2661323" y="1779640"/>
            <a:chExt cx="150703" cy="3498597"/>
          </a:xfrm>
          <a:solidFill>
            <a:srgbClr val="EA4335"/>
          </a:solidFill>
        </p:grpSpPr>
        <p:sp>
          <p:nvSpPr>
            <p:cNvPr id="58" name="Rectangle 57">
              <a:extLst>
                <a:ext uri="{FF2B5EF4-FFF2-40B4-BE49-F238E27FC236}">
                  <a16:creationId xmlns:a16="http://schemas.microsoft.com/office/drawing/2014/main" id="{7D1E90C0-A538-97E9-8FA6-B30C0F918089}"/>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D3CFC683-4D32-B109-A403-47CB61300D6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sp>
        <p:nvSpPr>
          <p:cNvPr id="47" name="Rectangle: Folded Corner 46">
            <a:extLst>
              <a:ext uri="{FF2B5EF4-FFF2-40B4-BE49-F238E27FC236}">
                <a16:creationId xmlns:a16="http://schemas.microsoft.com/office/drawing/2014/main" id="{AE88194D-5E67-971E-50B8-DCAD016CC9F9}"/>
              </a:ext>
            </a:extLst>
          </p:cNvPr>
          <p:cNvSpPr/>
          <p:nvPr/>
        </p:nvSpPr>
        <p:spPr>
          <a:xfrm>
            <a:off x="689488" y="1339434"/>
            <a:ext cx="3746690" cy="633818"/>
          </a:xfrm>
          <a:prstGeom prst="foldedCorner">
            <a:avLst>
              <a:gd name="adj" fmla="val 47619"/>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pic>
        <p:nvPicPr>
          <p:cNvPr id="60" name="Picture 59" descr="Apple Moody Foodies">
            <a:extLst>
              <a:ext uri="{FF2B5EF4-FFF2-40B4-BE49-F238E27FC236}">
                <a16:creationId xmlns:a16="http://schemas.microsoft.com/office/drawing/2014/main" id="{78C101DC-5620-A72A-9EF4-E69B70D52FD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456103" y="5439914"/>
            <a:ext cx="1008824" cy="1008824"/>
          </a:xfrm>
          <a:prstGeom prst="rect">
            <a:avLst/>
          </a:prstGeom>
        </p:spPr>
      </p:pic>
      <p:pic>
        <p:nvPicPr>
          <p:cNvPr id="61" name="Picture 60" descr="Watermelon Moody Foodies">
            <a:extLst>
              <a:ext uri="{FF2B5EF4-FFF2-40B4-BE49-F238E27FC236}">
                <a16:creationId xmlns:a16="http://schemas.microsoft.com/office/drawing/2014/main" id="{C7E3E8C1-AF74-EB80-EBD8-8E375327D49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39653" y="5442715"/>
            <a:ext cx="1008825" cy="1008825"/>
          </a:xfrm>
          <a:prstGeom prst="rect">
            <a:avLst/>
          </a:prstGeom>
        </p:spPr>
      </p:pic>
      <p:sp>
        <p:nvSpPr>
          <p:cNvPr id="5" name="Rectangle: Folded Corner 24">
            <a:extLst>
              <a:ext uri="{FF2B5EF4-FFF2-40B4-BE49-F238E27FC236}">
                <a16:creationId xmlns:a16="http://schemas.microsoft.com/office/drawing/2014/main" id="{6685EF68-B362-E7B5-40B0-5420760EEF9A}"/>
              </a:ext>
            </a:extLst>
          </p:cNvPr>
          <p:cNvSpPr/>
          <p:nvPr/>
        </p:nvSpPr>
        <p:spPr>
          <a:xfrm>
            <a:off x="689488" y="2095999"/>
            <a:ext cx="4893734" cy="711200"/>
          </a:xfrm>
          <a:prstGeom prst="foldedCorner">
            <a:avLst>
              <a:gd name="adj" fmla="val 47619"/>
            </a:avLst>
          </a:prstGeom>
          <a:solidFill>
            <a:srgbClr val="FD545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6" name="TextBox 25">
            <a:extLst>
              <a:ext uri="{FF2B5EF4-FFF2-40B4-BE49-F238E27FC236}">
                <a16:creationId xmlns:a16="http://schemas.microsoft.com/office/drawing/2014/main" id="{D7FE23AF-B2BF-4506-B717-819110C0E02E}"/>
              </a:ext>
            </a:extLst>
          </p:cNvPr>
          <p:cNvSpPr txBox="1"/>
          <p:nvPr/>
        </p:nvSpPr>
        <p:spPr>
          <a:xfrm>
            <a:off x="879640" y="2257676"/>
            <a:ext cx="4524858" cy="369332"/>
          </a:xfrm>
          <a:prstGeom prst="rect">
            <a:avLst/>
          </a:prstGeom>
          <a:noFill/>
        </p:spPr>
        <p:txBody>
          <a:bodyPr wrap="square" rtlCol="0">
            <a:spAutoFit/>
          </a:bodyPr>
          <a:lstStyle/>
          <a:p>
            <a:pPr lvl="0"/>
            <a:r>
              <a:rPr lang="vi-VN" b="1" dirty="0">
                <a:solidFill>
                  <a:schemeClr val="bg1"/>
                </a:solidFill>
                <a:latin typeface="Times New Roman" panose="02020603050405020304" pitchFamily="18" charset="0"/>
                <a:cs typeface="Times New Roman" panose="02020603050405020304" pitchFamily="18" charset="0"/>
              </a:rPr>
              <a:t>Quản lý người dùng</a:t>
            </a:r>
            <a:endParaRPr lang="en-ZW" b="1" dirty="0">
              <a:solidFill>
                <a:schemeClr val="bg1"/>
              </a:solidFill>
              <a:latin typeface="Times New Roman" panose="02020603050405020304" pitchFamily="18" charset="0"/>
              <a:cs typeface="Times New Roman" panose="02020603050405020304" pitchFamily="18" charset="0"/>
            </a:endParaRPr>
          </a:p>
        </p:txBody>
      </p:sp>
      <p:sp>
        <p:nvSpPr>
          <p:cNvPr id="10" name="Hình chữ nhật 9">
            <a:extLst>
              <a:ext uri="{FF2B5EF4-FFF2-40B4-BE49-F238E27FC236}">
                <a16:creationId xmlns:a16="http://schemas.microsoft.com/office/drawing/2014/main" id="{B634CC78-9825-7499-C4D5-4AA2352BF764}"/>
              </a:ext>
            </a:extLst>
          </p:cNvPr>
          <p:cNvSpPr/>
          <p:nvPr/>
        </p:nvSpPr>
        <p:spPr>
          <a:xfrm>
            <a:off x="3022227" y="2469447"/>
            <a:ext cx="4893734" cy="3482133"/>
          </a:xfrm>
          <a:prstGeom prst="rect">
            <a:avLst/>
          </a:prstGeom>
          <a:solidFill>
            <a:srgbClr val="5982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8" name="Rectangle: Folded Corner 27">
            <a:extLst>
              <a:ext uri="{FF2B5EF4-FFF2-40B4-BE49-F238E27FC236}">
                <a16:creationId xmlns:a16="http://schemas.microsoft.com/office/drawing/2014/main" id="{318EA6B3-4550-7F4E-F7B6-F5539D7C425A}"/>
              </a:ext>
            </a:extLst>
          </p:cNvPr>
          <p:cNvSpPr/>
          <p:nvPr/>
        </p:nvSpPr>
        <p:spPr>
          <a:xfrm>
            <a:off x="3012045" y="2459059"/>
            <a:ext cx="4893734" cy="711200"/>
          </a:xfrm>
          <a:prstGeom prst="foldedCorner">
            <a:avLst>
              <a:gd name="adj" fmla="val 47619"/>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 name="TextBox 28">
            <a:extLst>
              <a:ext uri="{FF2B5EF4-FFF2-40B4-BE49-F238E27FC236}">
                <a16:creationId xmlns:a16="http://schemas.microsoft.com/office/drawing/2014/main" id="{4937961F-16C2-413F-0037-62C943FEAA06}"/>
              </a:ext>
            </a:extLst>
          </p:cNvPr>
          <p:cNvSpPr txBox="1"/>
          <p:nvPr/>
        </p:nvSpPr>
        <p:spPr>
          <a:xfrm>
            <a:off x="3202197" y="2597249"/>
            <a:ext cx="3606800" cy="369332"/>
          </a:xfrm>
          <a:prstGeom prst="rect">
            <a:avLst/>
          </a:prstGeom>
          <a:noFill/>
        </p:spPr>
        <p:txBody>
          <a:bodyPr wrap="square" rtlCol="0">
            <a:spAutoFit/>
          </a:bodyPr>
          <a:lstStyle/>
          <a:p>
            <a:pPr lvl="0"/>
            <a:r>
              <a:rPr lang="vi-VN" b="1" dirty="0">
                <a:solidFill>
                  <a:schemeClr val="bg1"/>
                </a:solidFill>
                <a:latin typeface="Times New Roman" panose="02020603050405020304" pitchFamily="18" charset="0"/>
                <a:cs typeface="Times New Roman" panose="02020603050405020304" pitchFamily="18" charset="0"/>
              </a:rPr>
              <a:t>Quản lý nhóm làm việc</a:t>
            </a:r>
            <a:endParaRPr lang="en-ZW" b="1" dirty="0">
              <a:solidFill>
                <a:schemeClr val="bg1"/>
              </a:solidFill>
              <a:latin typeface="Times New Roman" panose="02020603050405020304" pitchFamily="18" charset="0"/>
              <a:cs typeface="Times New Roman" panose="02020603050405020304" pitchFamily="18" charset="0"/>
            </a:endParaRPr>
          </a:p>
        </p:txBody>
      </p:sp>
      <p:sp>
        <p:nvSpPr>
          <p:cNvPr id="12" name="Hình chữ nhật 11">
            <a:extLst>
              <a:ext uri="{FF2B5EF4-FFF2-40B4-BE49-F238E27FC236}">
                <a16:creationId xmlns:a16="http://schemas.microsoft.com/office/drawing/2014/main" id="{C64D76C3-8E18-F642-0080-FB58B94F351D}"/>
              </a:ext>
            </a:extLst>
          </p:cNvPr>
          <p:cNvSpPr/>
          <p:nvPr/>
        </p:nvSpPr>
        <p:spPr>
          <a:xfrm>
            <a:off x="5592954" y="2814659"/>
            <a:ext cx="4893734" cy="3482133"/>
          </a:xfrm>
          <a:prstGeom prst="rect">
            <a:avLst/>
          </a:prstGeom>
          <a:solidFill>
            <a:srgbClr val="355EA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4" name="Rectangle: Folded Corner 30">
            <a:extLst>
              <a:ext uri="{FF2B5EF4-FFF2-40B4-BE49-F238E27FC236}">
                <a16:creationId xmlns:a16="http://schemas.microsoft.com/office/drawing/2014/main" id="{7F858B05-4ABD-73B8-592E-74DB2C72308E}"/>
              </a:ext>
            </a:extLst>
          </p:cNvPr>
          <p:cNvSpPr/>
          <p:nvPr/>
        </p:nvSpPr>
        <p:spPr>
          <a:xfrm>
            <a:off x="5582772" y="2819475"/>
            <a:ext cx="4893734" cy="711200"/>
          </a:xfrm>
          <a:prstGeom prst="foldedCorner">
            <a:avLst>
              <a:gd name="adj" fmla="val 47619"/>
            </a:avLst>
          </a:prstGeom>
          <a:solidFill>
            <a:srgbClr val="34A85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1" name="TextBox 31">
            <a:extLst>
              <a:ext uri="{FF2B5EF4-FFF2-40B4-BE49-F238E27FC236}">
                <a16:creationId xmlns:a16="http://schemas.microsoft.com/office/drawing/2014/main" id="{0DF7056B-7BAF-4BC1-B5DC-8064C0716192}"/>
              </a:ext>
            </a:extLst>
          </p:cNvPr>
          <p:cNvSpPr txBox="1"/>
          <p:nvPr/>
        </p:nvSpPr>
        <p:spPr>
          <a:xfrm>
            <a:off x="5801875" y="2968807"/>
            <a:ext cx="3606800" cy="369332"/>
          </a:xfrm>
          <a:prstGeom prst="rect">
            <a:avLst/>
          </a:prstGeom>
          <a:noFill/>
        </p:spPr>
        <p:txBody>
          <a:bodyPr wrap="square" rtlCol="0">
            <a:spAutoFit/>
          </a:bodyPr>
          <a:lstStyle/>
          <a:p>
            <a:pPr lvl="0"/>
            <a:r>
              <a:rPr lang="vi-VN" b="1" dirty="0">
                <a:solidFill>
                  <a:schemeClr val="bg1"/>
                </a:solidFill>
                <a:latin typeface="Times New Roman" panose="02020603050405020304" pitchFamily="18" charset="0"/>
                <a:cs typeface="Times New Roman" panose="02020603050405020304" pitchFamily="18" charset="0"/>
              </a:rPr>
              <a:t>Quản lý đoạn </a:t>
            </a:r>
            <a:r>
              <a:rPr lang="vi-VN" b="1" dirty="0" err="1">
                <a:solidFill>
                  <a:schemeClr val="bg1"/>
                </a:solidFill>
                <a:latin typeface="Times New Roman" panose="02020603050405020304" pitchFamily="18" charset="0"/>
                <a:cs typeface="Times New Roman" panose="02020603050405020304" pitchFamily="18" charset="0"/>
              </a:rPr>
              <a:t>chat</a:t>
            </a:r>
            <a:endParaRPr lang="en-ZW" b="1" dirty="0">
              <a:solidFill>
                <a:schemeClr val="bg1"/>
              </a:solidFill>
              <a:latin typeface="Times New Roman" panose="02020603050405020304" pitchFamily="18" charset="0"/>
              <a:cs typeface="Times New Roman" panose="02020603050405020304" pitchFamily="18" charset="0"/>
            </a:endParaRPr>
          </a:p>
        </p:txBody>
      </p:sp>
      <p:sp>
        <p:nvSpPr>
          <p:cNvPr id="16" name="Hình chữ nhật 15">
            <a:extLst>
              <a:ext uri="{FF2B5EF4-FFF2-40B4-BE49-F238E27FC236}">
                <a16:creationId xmlns:a16="http://schemas.microsoft.com/office/drawing/2014/main" id="{1FDF6972-DC9D-BAB7-7E32-4F0AF7AA451A}"/>
              </a:ext>
            </a:extLst>
          </p:cNvPr>
          <p:cNvSpPr/>
          <p:nvPr/>
        </p:nvSpPr>
        <p:spPr>
          <a:xfrm>
            <a:off x="12641834" y="7603996"/>
            <a:ext cx="4893734" cy="3482133"/>
          </a:xfrm>
          <a:prstGeom prst="rect">
            <a:avLst/>
          </a:prstGeom>
          <a:solidFill>
            <a:srgbClr val="29498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dirty="0">
              <a:latin typeface="Times New Roman" panose="02020603050405020304" pitchFamily="18" charset="0"/>
              <a:cs typeface="Times New Roman" panose="02020603050405020304" pitchFamily="18" charset="0"/>
            </a:endParaRPr>
          </a:p>
        </p:txBody>
      </p:sp>
      <p:sp>
        <p:nvSpPr>
          <p:cNvPr id="17" name="Rectangle: Folded Corner 33">
            <a:extLst>
              <a:ext uri="{FF2B5EF4-FFF2-40B4-BE49-F238E27FC236}">
                <a16:creationId xmlns:a16="http://schemas.microsoft.com/office/drawing/2014/main" id="{09F9FA4E-B9B3-3EDE-994B-E2E0CEA9C863}"/>
              </a:ext>
            </a:extLst>
          </p:cNvPr>
          <p:cNvSpPr/>
          <p:nvPr/>
        </p:nvSpPr>
        <p:spPr>
          <a:xfrm>
            <a:off x="12627609" y="7586673"/>
            <a:ext cx="4893734" cy="711200"/>
          </a:xfrm>
          <a:prstGeom prst="foldedCorner">
            <a:avLst>
              <a:gd name="adj" fmla="val 47619"/>
            </a:avLst>
          </a:prstGeom>
          <a:solidFill>
            <a:srgbClr val="4285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latin typeface="Times New Roman" panose="02020603050405020304" pitchFamily="18" charset="0"/>
              <a:cs typeface="Times New Roman" panose="02020603050405020304" pitchFamily="18" charset="0"/>
            </a:endParaRPr>
          </a:p>
        </p:txBody>
      </p:sp>
      <p:sp>
        <p:nvSpPr>
          <p:cNvPr id="18" name="TextBox 34">
            <a:extLst>
              <a:ext uri="{FF2B5EF4-FFF2-40B4-BE49-F238E27FC236}">
                <a16:creationId xmlns:a16="http://schemas.microsoft.com/office/drawing/2014/main" id="{C9E4E8D7-60E8-AB63-3675-33AA181D2527}"/>
              </a:ext>
            </a:extLst>
          </p:cNvPr>
          <p:cNvSpPr txBox="1"/>
          <p:nvPr/>
        </p:nvSpPr>
        <p:spPr>
          <a:xfrm>
            <a:off x="12846712" y="7736086"/>
            <a:ext cx="3606800" cy="369332"/>
          </a:xfrm>
          <a:prstGeom prst="rect">
            <a:avLst/>
          </a:prstGeom>
          <a:noFill/>
        </p:spPr>
        <p:txBody>
          <a:bodyPr wrap="square" rtlCol="0">
            <a:spAutoFit/>
          </a:bodyPr>
          <a:lstStyle/>
          <a:p>
            <a:pPr lvl="0"/>
            <a:r>
              <a:rPr lang="vi-VN" b="1" dirty="0">
                <a:solidFill>
                  <a:schemeClr val="bg1"/>
                </a:solidFill>
                <a:latin typeface="Times New Roman" panose="02020603050405020304" pitchFamily="18" charset="0"/>
                <a:cs typeface="Times New Roman" panose="02020603050405020304" pitchFamily="18" charset="0"/>
              </a:rPr>
              <a:t>Quản lý thông báo</a:t>
            </a:r>
            <a:endParaRPr lang="en-ZW" b="1" dirty="0">
              <a:solidFill>
                <a:schemeClr val="bg1"/>
              </a:solidFill>
              <a:latin typeface="Times New Roman" panose="02020603050405020304" pitchFamily="18" charset="0"/>
              <a:cs typeface="Times New Roman" panose="02020603050405020304" pitchFamily="18" charset="0"/>
            </a:endParaRPr>
          </a:p>
        </p:txBody>
      </p:sp>
      <p:sp>
        <p:nvSpPr>
          <p:cNvPr id="14" name="TextBox 25">
            <a:extLst>
              <a:ext uri="{FF2B5EF4-FFF2-40B4-BE49-F238E27FC236}">
                <a16:creationId xmlns:a16="http://schemas.microsoft.com/office/drawing/2014/main" id="{D73E8457-74E3-83DB-35B6-2375AAC39A6B}"/>
              </a:ext>
            </a:extLst>
          </p:cNvPr>
          <p:cNvSpPr txBox="1"/>
          <p:nvPr/>
        </p:nvSpPr>
        <p:spPr>
          <a:xfrm>
            <a:off x="5594863" y="3908504"/>
            <a:ext cx="4883323" cy="369332"/>
          </a:xfrm>
          <a:prstGeom prst="rect">
            <a:avLst/>
          </a:prstGeom>
          <a:noFill/>
        </p:spPr>
        <p:txBody>
          <a:bodyPr wrap="square" rtlCol="0">
            <a:spAutoFit/>
          </a:bodyPr>
          <a:lstStyle/>
          <a:p>
            <a:pPr lvl="0"/>
            <a:r>
              <a:rPr lang="vi-VN" dirty="0">
                <a:solidFill>
                  <a:schemeClr val="bg1"/>
                </a:solidFill>
                <a:latin typeface="+mj-lt"/>
              </a:rPr>
              <a:t>+</a:t>
            </a:r>
            <a:r>
              <a:rPr lang="vi-VN" dirty="0" err="1">
                <a:solidFill>
                  <a:schemeClr val="bg1"/>
                </a:solidFill>
                <a:latin typeface="+mj-lt"/>
              </a:rPr>
              <a:t>Chat</a:t>
            </a:r>
            <a:r>
              <a:rPr lang="vi-VN" dirty="0">
                <a:solidFill>
                  <a:schemeClr val="bg1"/>
                </a:solidFill>
                <a:latin typeface="+mj-lt"/>
              </a:rPr>
              <a:t> chung cho thành viên nhóm</a:t>
            </a:r>
          </a:p>
        </p:txBody>
      </p:sp>
      <p:sp>
        <p:nvSpPr>
          <p:cNvPr id="15" name="TextBox 25">
            <a:extLst>
              <a:ext uri="{FF2B5EF4-FFF2-40B4-BE49-F238E27FC236}">
                <a16:creationId xmlns:a16="http://schemas.microsoft.com/office/drawing/2014/main" id="{56B2FEFC-C395-BE90-D5BA-FBF6268428CE}"/>
              </a:ext>
            </a:extLst>
          </p:cNvPr>
          <p:cNvSpPr txBox="1"/>
          <p:nvPr/>
        </p:nvSpPr>
        <p:spPr>
          <a:xfrm>
            <a:off x="5604388" y="3576523"/>
            <a:ext cx="5001842" cy="369332"/>
          </a:xfrm>
          <a:prstGeom prst="rect">
            <a:avLst/>
          </a:prstGeom>
          <a:noFill/>
        </p:spPr>
        <p:txBody>
          <a:bodyPr wrap="square" rtlCol="0">
            <a:spAutoFit/>
          </a:bodyPr>
          <a:lstStyle/>
          <a:p>
            <a:pPr lvl="0"/>
            <a:r>
              <a:rPr lang="vi-VN" dirty="0">
                <a:solidFill>
                  <a:schemeClr val="bg1"/>
                </a:solidFill>
                <a:latin typeface="+mj-lt"/>
              </a:rPr>
              <a:t>+Hiển thị tin nhắn cũ</a:t>
            </a:r>
          </a:p>
        </p:txBody>
      </p:sp>
      <p:sp>
        <p:nvSpPr>
          <p:cNvPr id="19" name="TextBox 25">
            <a:extLst>
              <a:ext uri="{FF2B5EF4-FFF2-40B4-BE49-F238E27FC236}">
                <a16:creationId xmlns:a16="http://schemas.microsoft.com/office/drawing/2014/main" id="{731B6890-661E-0851-1F7A-760F11BBF3CD}"/>
              </a:ext>
            </a:extLst>
          </p:cNvPr>
          <p:cNvSpPr txBox="1"/>
          <p:nvPr/>
        </p:nvSpPr>
        <p:spPr>
          <a:xfrm>
            <a:off x="5583795" y="4267456"/>
            <a:ext cx="4883323" cy="369332"/>
          </a:xfrm>
          <a:prstGeom prst="rect">
            <a:avLst/>
          </a:prstGeom>
          <a:noFill/>
        </p:spPr>
        <p:txBody>
          <a:bodyPr wrap="square" rtlCol="0">
            <a:spAutoFit/>
          </a:bodyPr>
          <a:lstStyle/>
          <a:p>
            <a:r>
              <a:rPr lang="vi-VN" dirty="0">
                <a:solidFill>
                  <a:schemeClr val="bg1"/>
                </a:solidFill>
                <a:latin typeface="+mj-lt"/>
              </a:rPr>
              <a:t>+</a:t>
            </a:r>
            <a:r>
              <a:rPr lang="vi-VN" dirty="0" err="1">
                <a:solidFill>
                  <a:schemeClr val="bg1"/>
                </a:solidFill>
                <a:latin typeface="+mj-lt"/>
              </a:rPr>
              <a:t>Chat</a:t>
            </a:r>
            <a:r>
              <a:rPr lang="vi-VN" dirty="0">
                <a:solidFill>
                  <a:schemeClr val="bg1"/>
                </a:solidFill>
                <a:latin typeface="+mj-lt"/>
              </a:rPr>
              <a:t> riêng</a:t>
            </a:r>
            <a:endParaRPr lang="en-ZW" dirty="0">
              <a:solidFill>
                <a:schemeClr val="bg1"/>
              </a:solidFill>
              <a:latin typeface="+mj-lt"/>
            </a:endParaRPr>
          </a:p>
        </p:txBody>
      </p:sp>
      <p:sp>
        <p:nvSpPr>
          <p:cNvPr id="13" name="TextBox 50">
            <a:extLst>
              <a:ext uri="{FF2B5EF4-FFF2-40B4-BE49-F238E27FC236}">
                <a16:creationId xmlns:a16="http://schemas.microsoft.com/office/drawing/2014/main" id="{4D30E1A9-70FC-4D18-B3D1-7362F4F4FCB0}"/>
              </a:ext>
            </a:extLst>
          </p:cNvPr>
          <p:cNvSpPr txBox="1"/>
          <p:nvPr/>
        </p:nvSpPr>
        <p:spPr>
          <a:xfrm>
            <a:off x="689488" y="1439119"/>
            <a:ext cx="3431679" cy="400110"/>
          </a:xfrm>
          <a:prstGeom prst="rect">
            <a:avLst/>
          </a:prstGeom>
          <a:noFill/>
        </p:spPr>
        <p:txBody>
          <a:bodyPr wrap="square" rtlCol="0">
            <a:spAutoFit/>
          </a:bodyPr>
          <a:lstStyle/>
          <a:p>
            <a:pPr algn="ctr"/>
            <a:r>
              <a:rPr lang="vi-VN" sz="2000" b="1" dirty="0">
                <a:solidFill>
                  <a:schemeClr val="bg1"/>
                </a:solidFill>
                <a:latin typeface="Times New Roman" panose="02020603050405020304" pitchFamily="18" charset="0"/>
                <a:cs typeface="Times New Roman" panose="02020603050405020304" pitchFamily="18" charset="0"/>
              </a:rPr>
              <a:t>Các Chức năng đã hoàn thiện</a:t>
            </a:r>
            <a:endParaRPr lang="en-PH"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266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D54D1646-A91C-4BE6-9F23-DA3B1060E9DC}"/>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91" name="Oval 90">
            <a:extLst>
              <a:ext uri="{FF2B5EF4-FFF2-40B4-BE49-F238E27FC236}">
                <a16:creationId xmlns:a16="http://schemas.microsoft.com/office/drawing/2014/main" id="{F09315AE-B91D-4C10-B9E2-63C447AB7A20}"/>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92" name="Oval 91">
            <a:extLst>
              <a:ext uri="{FF2B5EF4-FFF2-40B4-BE49-F238E27FC236}">
                <a16:creationId xmlns:a16="http://schemas.microsoft.com/office/drawing/2014/main" id="{A8DC7BC3-DFC9-4F13-B9BB-A35B3AC1781D}"/>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93" name="Oval 92">
            <a:extLst>
              <a:ext uri="{FF2B5EF4-FFF2-40B4-BE49-F238E27FC236}">
                <a16:creationId xmlns:a16="http://schemas.microsoft.com/office/drawing/2014/main" id="{34F40F07-0CD2-44D9-B144-0E81958A2541}"/>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nvGrpSpPr>
          <p:cNvPr id="94" name="Group 93">
            <a:extLst>
              <a:ext uri="{FF2B5EF4-FFF2-40B4-BE49-F238E27FC236}">
                <a16:creationId xmlns:a16="http://schemas.microsoft.com/office/drawing/2014/main" id="{B5964683-818A-4A3A-B376-75B5E69908B4}"/>
              </a:ext>
            </a:extLst>
          </p:cNvPr>
          <p:cNvGrpSpPr/>
          <p:nvPr/>
        </p:nvGrpSpPr>
        <p:grpSpPr>
          <a:xfrm>
            <a:off x="3065043" y="346935"/>
            <a:ext cx="6654018" cy="550671"/>
            <a:chOff x="2768991" y="3077691"/>
            <a:chExt cx="6654018" cy="550671"/>
          </a:xfrm>
        </p:grpSpPr>
        <p:sp>
          <p:nvSpPr>
            <p:cNvPr id="95" name="Rectangle: Rounded Corners 94">
              <a:extLst>
                <a:ext uri="{FF2B5EF4-FFF2-40B4-BE49-F238E27FC236}">
                  <a16:creationId xmlns:a16="http://schemas.microsoft.com/office/drawing/2014/main" id="{330EA7CB-CB61-4F78-9AEC-36B6C818D21C}"/>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pic>
          <p:nvPicPr>
            <p:cNvPr id="96" name="Picture 95">
              <a:extLst>
                <a:ext uri="{FF2B5EF4-FFF2-40B4-BE49-F238E27FC236}">
                  <a16:creationId xmlns:a16="http://schemas.microsoft.com/office/drawing/2014/main" id="{FA15C952-1E4B-406F-9822-20CBBB04AC07}"/>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a:extLst>
                <a:ext uri="{FF2B5EF4-FFF2-40B4-BE49-F238E27FC236}">
                  <a16:creationId xmlns:a16="http://schemas.microsoft.com/office/drawing/2014/main" id="{DF2CB1DB-4813-4A7E-A1A0-B58DC5CCE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a:extLst>
              <a:ext uri="{FF2B5EF4-FFF2-40B4-BE49-F238E27FC236}">
                <a16:creationId xmlns:a16="http://schemas.microsoft.com/office/drawing/2014/main" id="{4F721B6C-3A9E-4023-8FEF-F44E31DDC934}"/>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mj-lt"/>
                <a:cs typeface="Times New Roman" panose="02020603050405020304" pitchFamily="18" charset="0"/>
              </a:rPr>
              <a:t>https://Work Hub.com</a:t>
            </a:r>
            <a:endParaRPr lang="en-PH" b="1" dirty="0">
              <a:solidFill>
                <a:schemeClr val="accent4"/>
              </a:solidFill>
              <a:latin typeface="+mj-lt"/>
              <a:cs typeface="Times New Roman" panose="02020603050405020304" pitchFamily="18" charset="0"/>
            </a:endParaRPr>
          </a:p>
        </p:txBody>
      </p:sp>
      <p:pic>
        <p:nvPicPr>
          <p:cNvPr id="104" name="Picture 103" descr="Chart, logo, company name, bubble chart&#10;&#10;Description automatically generated">
            <a:extLst>
              <a:ext uri="{FF2B5EF4-FFF2-40B4-BE49-F238E27FC236}">
                <a16:creationId xmlns:a16="http://schemas.microsoft.com/office/drawing/2014/main" id="{D02C22A8-6153-49C6-9586-22B116ECBD19}"/>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sp>
        <p:nvSpPr>
          <p:cNvPr id="34" name="Rectangle: Folded Corner 33">
            <a:extLst>
              <a:ext uri="{FF2B5EF4-FFF2-40B4-BE49-F238E27FC236}">
                <a16:creationId xmlns:a16="http://schemas.microsoft.com/office/drawing/2014/main" id="{010D8582-ED40-4D24-B253-4A44D69D9773}"/>
              </a:ext>
            </a:extLst>
          </p:cNvPr>
          <p:cNvSpPr/>
          <p:nvPr/>
        </p:nvSpPr>
        <p:spPr>
          <a:xfrm rot="16200000">
            <a:off x="-7808448" y="-592695"/>
            <a:ext cx="5382485" cy="9031045"/>
          </a:xfrm>
          <a:prstGeom prst="foldedCorner">
            <a:avLst>
              <a:gd name="adj" fmla="val 15730"/>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6" name="TextBox 35">
            <a:extLst>
              <a:ext uri="{FF2B5EF4-FFF2-40B4-BE49-F238E27FC236}">
                <a16:creationId xmlns:a16="http://schemas.microsoft.com/office/drawing/2014/main" id="{E5FDEEA6-0F3B-4440-A629-D76EFD156637}"/>
              </a:ext>
            </a:extLst>
          </p:cNvPr>
          <p:cNvSpPr txBox="1"/>
          <p:nvPr/>
        </p:nvSpPr>
        <p:spPr>
          <a:xfrm>
            <a:off x="2830588" y="1352034"/>
            <a:ext cx="3781298" cy="584775"/>
          </a:xfrm>
          <a:prstGeom prst="rect">
            <a:avLst/>
          </a:prstGeom>
          <a:noFill/>
        </p:spPr>
        <p:txBody>
          <a:bodyPr wrap="square" rtlCol="0">
            <a:spAutoFit/>
          </a:bodyPr>
          <a:lstStyle/>
          <a:p>
            <a:r>
              <a:rPr lang="vi-VN" sz="3200" b="1" dirty="0">
                <a:solidFill>
                  <a:schemeClr val="bg1"/>
                </a:solidFill>
                <a:latin typeface="Times New Roman" panose="02020603050405020304" pitchFamily="18" charset="0"/>
                <a:cs typeface="Times New Roman" panose="02020603050405020304" pitchFamily="18" charset="0"/>
              </a:rPr>
              <a:t>2, Báo cáo tiến độ</a:t>
            </a:r>
            <a:endParaRPr lang="en-PH" sz="3200" b="1" dirty="0">
              <a:solidFill>
                <a:schemeClr val="bg1"/>
              </a:solidFill>
              <a:latin typeface="Times New Roman" panose="02020603050405020304" pitchFamily="18" charset="0"/>
              <a:cs typeface="Times New Roman" panose="02020603050405020304" pitchFamily="18" charset="0"/>
            </a:endParaRPr>
          </a:p>
        </p:txBody>
      </p:sp>
      <p:pic>
        <p:nvPicPr>
          <p:cNvPr id="37" name="Graphic 36" descr="Director's Chair with solid fill">
            <a:extLst>
              <a:ext uri="{FF2B5EF4-FFF2-40B4-BE49-F238E27FC236}">
                <a16:creationId xmlns:a16="http://schemas.microsoft.com/office/drawing/2014/main" id="{68DA2914-AA75-4E42-819D-1EF6B33D0D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08463" y="5751383"/>
            <a:ext cx="759345" cy="759345"/>
          </a:xfrm>
          <a:prstGeom prst="rect">
            <a:avLst/>
          </a:prstGeom>
        </p:spPr>
      </p:pic>
      <p:pic>
        <p:nvPicPr>
          <p:cNvPr id="38" name="Graphic 37" descr="DVD player with solid fill">
            <a:extLst>
              <a:ext uri="{FF2B5EF4-FFF2-40B4-BE49-F238E27FC236}">
                <a16:creationId xmlns:a16="http://schemas.microsoft.com/office/drawing/2014/main" id="{9A89CEB5-C016-4C3D-BA12-67294CF8BC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2648" y="2446853"/>
            <a:ext cx="759345" cy="759345"/>
          </a:xfrm>
          <a:prstGeom prst="rect">
            <a:avLst/>
          </a:prstGeom>
        </p:spPr>
      </p:pic>
      <p:pic>
        <p:nvPicPr>
          <p:cNvPr id="43" name="Graphic 42" descr="3d Glasses with solid fill">
            <a:extLst>
              <a:ext uri="{FF2B5EF4-FFF2-40B4-BE49-F238E27FC236}">
                <a16:creationId xmlns:a16="http://schemas.microsoft.com/office/drawing/2014/main" id="{B7285F0A-BE14-4CD9-9A23-364289D76B4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78262" y="5751383"/>
            <a:ext cx="759345" cy="759345"/>
          </a:xfrm>
          <a:prstGeom prst="rect">
            <a:avLst/>
          </a:prstGeom>
        </p:spPr>
      </p:pic>
      <p:pic>
        <p:nvPicPr>
          <p:cNvPr id="44" name="Graphic 43" descr="Film reel with solid fill">
            <a:extLst>
              <a:ext uri="{FF2B5EF4-FFF2-40B4-BE49-F238E27FC236}">
                <a16:creationId xmlns:a16="http://schemas.microsoft.com/office/drawing/2014/main" id="{B2B1C9E7-515C-4056-AED1-1B1C4653DBE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36167" y="5761724"/>
            <a:ext cx="759345" cy="759345"/>
          </a:xfrm>
          <a:prstGeom prst="rect">
            <a:avLst/>
          </a:prstGeom>
        </p:spPr>
      </p:pic>
      <p:pic>
        <p:nvPicPr>
          <p:cNvPr id="45" name="Graphic 44" descr="Optical disc with solid fill">
            <a:extLst>
              <a:ext uri="{FF2B5EF4-FFF2-40B4-BE49-F238E27FC236}">
                <a16:creationId xmlns:a16="http://schemas.microsoft.com/office/drawing/2014/main" id="{20D91E79-FD84-4392-84A6-041B6D6E01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4060" y="4614674"/>
            <a:ext cx="759345" cy="759345"/>
          </a:xfrm>
          <a:prstGeom prst="rect">
            <a:avLst/>
          </a:prstGeom>
        </p:spPr>
      </p:pic>
      <p:pic>
        <p:nvPicPr>
          <p:cNvPr id="46" name="Graphic 45" descr="Film strip with solid fill">
            <a:extLst>
              <a:ext uri="{FF2B5EF4-FFF2-40B4-BE49-F238E27FC236}">
                <a16:creationId xmlns:a16="http://schemas.microsoft.com/office/drawing/2014/main" id="{53FC07A5-1F92-4409-94D8-5B2DE24FA63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9220354">
            <a:off x="449919" y="1115861"/>
            <a:ext cx="759345" cy="882040"/>
          </a:xfrm>
          <a:prstGeom prst="rect">
            <a:avLst/>
          </a:prstGeom>
        </p:spPr>
      </p:pic>
      <p:pic>
        <p:nvPicPr>
          <p:cNvPr id="48" name="Graphic 47" descr="Theatre with solid fill">
            <a:extLst>
              <a:ext uri="{FF2B5EF4-FFF2-40B4-BE49-F238E27FC236}">
                <a16:creationId xmlns:a16="http://schemas.microsoft.com/office/drawing/2014/main" id="{4E176D7F-DAD4-4518-9442-FDE896E8BE1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765097" y="5751383"/>
            <a:ext cx="759345" cy="759345"/>
          </a:xfrm>
          <a:prstGeom prst="rect">
            <a:avLst/>
          </a:prstGeom>
        </p:spPr>
      </p:pic>
      <p:pic>
        <p:nvPicPr>
          <p:cNvPr id="49" name="Graphic 48" descr="Drama with solid fill">
            <a:extLst>
              <a:ext uri="{FF2B5EF4-FFF2-40B4-BE49-F238E27FC236}">
                <a16:creationId xmlns:a16="http://schemas.microsoft.com/office/drawing/2014/main" id="{19E71D96-62D6-43B7-894B-E914B0A0B18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296489" y="3575605"/>
            <a:ext cx="759345" cy="759345"/>
          </a:xfrm>
          <a:prstGeom prst="rect">
            <a:avLst/>
          </a:prstGeom>
        </p:spPr>
      </p:pic>
      <p:grpSp>
        <p:nvGrpSpPr>
          <p:cNvPr id="29" name="Group 28">
            <a:extLst>
              <a:ext uri="{FF2B5EF4-FFF2-40B4-BE49-F238E27FC236}">
                <a16:creationId xmlns:a16="http://schemas.microsoft.com/office/drawing/2014/main" id="{B80A15FC-16FF-43EA-B54D-4375714C9A15}"/>
              </a:ext>
            </a:extLst>
          </p:cNvPr>
          <p:cNvGrpSpPr/>
          <p:nvPr/>
        </p:nvGrpSpPr>
        <p:grpSpPr>
          <a:xfrm rot="5400000" flipV="1">
            <a:off x="-3375115" y="3352257"/>
            <a:ext cx="6858002" cy="153487"/>
            <a:chOff x="-1" y="6732587"/>
            <a:chExt cx="12192000" cy="127731"/>
          </a:xfrm>
        </p:grpSpPr>
        <p:sp>
          <p:nvSpPr>
            <p:cNvPr id="30" name="Rectangle 29">
              <a:extLst>
                <a:ext uri="{FF2B5EF4-FFF2-40B4-BE49-F238E27FC236}">
                  <a16:creationId xmlns:a16="http://schemas.microsoft.com/office/drawing/2014/main" id="{544C9D07-6995-4C84-85D9-07A7B0DB345C}"/>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1" name="Rectangle 30">
              <a:extLst>
                <a:ext uri="{FF2B5EF4-FFF2-40B4-BE49-F238E27FC236}">
                  <a16:creationId xmlns:a16="http://schemas.microsoft.com/office/drawing/2014/main" id="{059D7A07-F13C-4E7C-99D3-7560716D124E}"/>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2" name="Rectangle 31">
              <a:extLst>
                <a:ext uri="{FF2B5EF4-FFF2-40B4-BE49-F238E27FC236}">
                  <a16:creationId xmlns:a16="http://schemas.microsoft.com/office/drawing/2014/main" id="{C89F31F9-99C9-4635-A771-6B0B2E37A574}"/>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sp>
          <p:nvSpPr>
            <p:cNvPr id="33" name="Rectangle 32">
              <a:extLst>
                <a:ext uri="{FF2B5EF4-FFF2-40B4-BE49-F238E27FC236}">
                  <a16:creationId xmlns:a16="http://schemas.microsoft.com/office/drawing/2014/main" id="{5EFF5737-58C6-4B37-839A-32846FDC0873}"/>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mj-lt"/>
              </a:endParaRPr>
            </a:p>
          </p:txBody>
        </p:sp>
      </p:grpSp>
      <p:pic>
        <p:nvPicPr>
          <p:cNvPr id="35" name="Picture 34" descr="Avocado Moody Foodies">
            <a:extLst>
              <a:ext uri="{FF2B5EF4-FFF2-40B4-BE49-F238E27FC236}">
                <a16:creationId xmlns:a16="http://schemas.microsoft.com/office/drawing/2014/main" id="{86A4EFA1-6195-4782-B603-7894F9E1F7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924319" y="5511911"/>
            <a:ext cx="1048770" cy="1048770"/>
          </a:xfrm>
          <a:prstGeom prst="rect">
            <a:avLst/>
          </a:prstGeom>
        </p:spPr>
      </p:pic>
      <p:pic>
        <p:nvPicPr>
          <p:cNvPr id="40" name="Picture 39" descr="Pear Moody Foodies">
            <a:extLst>
              <a:ext uri="{FF2B5EF4-FFF2-40B4-BE49-F238E27FC236}">
                <a16:creationId xmlns:a16="http://schemas.microsoft.com/office/drawing/2014/main" id="{B6CABC6C-A054-4E99-B64C-ACDB63B6338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461527" y="5779109"/>
            <a:ext cx="834962" cy="834962"/>
          </a:xfrm>
          <a:prstGeom prst="rect">
            <a:avLst/>
          </a:prstGeom>
        </p:spPr>
      </p:pic>
      <p:pic>
        <p:nvPicPr>
          <p:cNvPr id="41" name="Picture 40" descr="Apple Moody Foodies">
            <a:extLst>
              <a:ext uri="{FF2B5EF4-FFF2-40B4-BE49-F238E27FC236}">
                <a16:creationId xmlns:a16="http://schemas.microsoft.com/office/drawing/2014/main" id="{6DCFCC61-376F-4202-B97B-90AD7BFF8466}"/>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121738" y="5509507"/>
            <a:ext cx="1066988" cy="1066988"/>
          </a:xfrm>
          <a:prstGeom prst="rect">
            <a:avLst/>
          </a:prstGeom>
        </p:spPr>
      </p:pic>
      <p:pic>
        <p:nvPicPr>
          <p:cNvPr id="42" name="Picture 41" descr="Watermelon Moody Foodies">
            <a:extLst>
              <a:ext uri="{FF2B5EF4-FFF2-40B4-BE49-F238E27FC236}">
                <a16:creationId xmlns:a16="http://schemas.microsoft.com/office/drawing/2014/main" id="{A13BC925-CF22-44BC-B58E-D9BACC81AF6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200809" y="5662166"/>
            <a:ext cx="937775" cy="937775"/>
          </a:xfrm>
          <a:prstGeom prst="rect">
            <a:avLst/>
          </a:prstGeom>
        </p:spPr>
      </p:pic>
      <p:pic>
        <p:nvPicPr>
          <p:cNvPr id="47" name="Picture 46" descr="Banana Moody Foodies">
            <a:extLst>
              <a:ext uri="{FF2B5EF4-FFF2-40B4-BE49-F238E27FC236}">
                <a16:creationId xmlns:a16="http://schemas.microsoft.com/office/drawing/2014/main" id="{F52D1CCD-0EC4-4031-8EBD-0E7125CE09D4}"/>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298607" y="5670590"/>
            <a:ext cx="920929" cy="920929"/>
          </a:xfrm>
          <a:prstGeom prst="rect">
            <a:avLst/>
          </a:prstGeom>
        </p:spPr>
      </p:pic>
      <p:sp>
        <p:nvSpPr>
          <p:cNvPr id="50" name="Oval 49">
            <a:extLst>
              <a:ext uri="{FF2B5EF4-FFF2-40B4-BE49-F238E27FC236}">
                <a16:creationId xmlns:a16="http://schemas.microsoft.com/office/drawing/2014/main" id="{0C7E66A8-6BF3-442E-8D79-8A55A2CADA6F}"/>
              </a:ext>
            </a:extLst>
          </p:cNvPr>
          <p:cNvSpPr/>
          <p:nvPr/>
        </p:nvSpPr>
        <p:spPr>
          <a:xfrm>
            <a:off x="-2821509" y="2775009"/>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1" name="Oval 50">
            <a:extLst>
              <a:ext uri="{FF2B5EF4-FFF2-40B4-BE49-F238E27FC236}">
                <a16:creationId xmlns:a16="http://schemas.microsoft.com/office/drawing/2014/main" id="{A3262A8E-C627-443B-8063-D98A0BC94B7F}"/>
              </a:ext>
            </a:extLst>
          </p:cNvPr>
          <p:cNvSpPr/>
          <p:nvPr/>
        </p:nvSpPr>
        <p:spPr>
          <a:xfrm>
            <a:off x="-273032" y="-1785839"/>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2" name="Oval 51">
            <a:extLst>
              <a:ext uri="{FF2B5EF4-FFF2-40B4-BE49-F238E27FC236}">
                <a16:creationId xmlns:a16="http://schemas.microsoft.com/office/drawing/2014/main" id="{FCDBFA4F-DCE9-434A-B249-BED3539EBC68}"/>
              </a:ext>
            </a:extLst>
          </p:cNvPr>
          <p:cNvSpPr/>
          <p:nvPr/>
        </p:nvSpPr>
        <p:spPr>
          <a:xfrm>
            <a:off x="14227603" y="2574647"/>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53" name="Oval 52">
            <a:extLst>
              <a:ext uri="{FF2B5EF4-FFF2-40B4-BE49-F238E27FC236}">
                <a16:creationId xmlns:a16="http://schemas.microsoft.com/office/drawing/2014/main" id="{6A2942B8-B309-4B7F-817B-762FFA108764}"/>
              </a:ext>
            </a:extLst>
          </p:cNvPr>
          <p:cNvSpPr/>
          <p:nvPr/>
        </p:nvSpPr>
        <p:spPr>
          <a:xfrm>
            <a:off x="7769417" y="-1672285"/>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mj-lt"/>
            </a:endParaRPr>
          </a:p>
        </p:txBody>
      </p:sp>
      <p:sp>
        <p:nvSpPr>
          <p:cNvPr id="2" name="TextBox 89">
            <a:extLst>
              <a:ext uri="{FF2B5EF4-FFF2-40B4-BE49-F238E27FC236}">
                <a16:creationId xmlns:a16="http://schemas.microsoft.com/office/drawing/2014/main" id="{F18D2FF7-3DEA-75CE-4693-348DCBA3685D}"/>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00B050"/>
                </a:solidFill>
                <a:latin typeface="+mj-lt"/>
                <a:cs typeface="Times New Roman" panose="02020603050405020304" pitchFamily="18" charset="0"/>
              </a:rPr>
              <a:t>Nhóm 4</a:t>
            </a:r>
            <a:endParaRPr lang="en-PH" sz="3600" b="1" dirty="0">
              <a:solidFill>
                <a:srgbClr val="00B050"/>
              </a:solidFill>
              <a:latin typeface="+mj-lt"/>
              <a:cs typeface="Times New Roman" panose="02020603050405020304" pitchFamily="18" charset="0"/>
            </a:endParaRPr>
          </a:p>
          <a:p>
            <a:pPr algn="ctr"/>
            <a:endParaRPr lang="en-PH" sz="900" dirty="0">
              <a:latin typeface="+mj-lt"/>
              <a:cs typeface="Times New Roman" panose="02020603050405020304" pitchFamily="18" charset="0"/>
            </a:endParaRPr>
          </a:p>
        </p:txBody>
      </p:sp>
      <p:sp>
        <p:nvSpPr>
          <p:cNvPr id="3" name="TextBox 35">
            <a:extLst>
              <a:ext uri="{FF2B5EF4-FFF2-40B4-BE49-F238E27FC236}">
                <a16:creationId xmlns:a16="http://schemas.microsoft.com/office/drawing/2014/main" id="{F0C2DB9B-B298-4E32-D8CE-4E6C02E37ABC}"/>
              </a:ext>
            </a:extLst>
          </p:cNvPr>
          <p:cNvSpPr txBox="1"/>
          <p:nvPr/>
        </p:nvSpPr>
        <p:spPr>
          <a:xfrm>
            <a:off x="2897293" y="1945233"/>
            <a:ext cx="1268972"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Chương 1 </a:t>
            </a: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4" name="Hình chữ nhật 3">
            <a:extLst>
              <a:ext uri="{FF2B5EF4-FFF2-40B4-BE49-F238E27FC236}">
                <a16:creationId xmlns:a16="http://schemas.microsoft.com/office/drawing/2014/main" id="{0288D4D8-07DD-6F90-D65D-24B3B73D2BF9}"/>
              </a:ext>
            </a:extLst>
          </p:cNvPr>
          <p:cNvSpPr/>
          <p:nvPr/>
        </p:nvSpPr>
        <p:spPr>
          <a:xfrm>
            <a:off x="5227336" y="2013617"/>
            <a:ext cx="252190" cy="241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pic>
        <p:nvPicPr>
          <p:cNvPr id="7" name="Đồ họa 6" descr="Checkmark with solid fill">
            <a:extLst>
              <a:ext uri="{FF2B5EF4-FFF2-40B4-BE49-F238E27FC236}">
                <a16:creationId xmlns:a16="http://schemas.microsoft.com/office/drawing/2014/main" id="{19D512D4-65BD-69AB-6F2E-784023B13C00}"/>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212116" y="1883003"/>
            <a:ext cx="453131" cy="453131"/>
          </a:xfrm>
          <a:prstGeom prst="rect">
            <a:avLst/>
          </a:prstGeom>
        </p:spPr>
      </p:pic>
      <p:sp>
        <p:nvSpPr>
          <p:cNvPr id="9" name="TextBox 35">
            <a:extLst>
              <a:ext uri="{FF2B5EF4-FFF2-40B4-BE49-F238E27FC236}">
                <a16:creationId xmlns:a16="http://schemas.microsoft.com/office/drawing/2014/main" id="{DD3E293F-7B51-8964-981A-336BEC076836}"/>
              </a:ext>
            </a:extLst>
          </p:cNvPr>
          <p:cNvSpPr txBox="1"/>
          <p:nvPr/>
        </p:nvSpPr>
        <p:spPr>
          <a:xfrm>
            <a:off x="2897293" y="2321572"/>
            <a:ext cx="1268972"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Chương 2 </a:t>
            </a: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10" name="Hình chữ nhật 9">
            <a:extLst>
              <a:ext uri="{FF2B5EF4-FFF2-40B4-BE49-F238E27FC236}">
                <a16:creationId xmlns:a16="http://schemas.microsoft.com/office/drawing/2014/main" id="{7E1C46D8-59B0-475C-2947-25FAA43E3588}"/>
              </a:ext>
            </a:extLst>
          </p:cNvPr>
          <p:cNvSpPr/>
          <p:nvPr/>
        </p:nvSpPr>
        <p:spPr>
          <a:xfrm>
            <a:off x="5218451" y="2389956"/>
            <a:ext cx="252190" cy="241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11" name="TextBox 35">
            <a:extLst>
              <a:ext uri="{FF2B5EF4-FFF2-40B4-BE49-F238E27FC236}">
                <a16:creationId xmlns:a16="http://schemas.microsoft.com/office/drawing/2014/main" id="{54214140-B03A-E10C-7C3C-90DF395FA1E7}"/>
              </a:ext>
            </a:extLst>
          </p:cNvPr>
          <p:cNvSpPr txBox="1"/>
          <p:nvPr/>
        </p:nvSpPr>
        <p:spPr>
          <a:xfrm>
            <a:off x="2897293" y="2697911"/>
            <a:ext cx="1268972"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Chương 3 </a:t>
            </a: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12" name="Hình chữ nhật 11">
            <a:extLst>
              <a:ext uri="{FF2B5EF4-FFF2-40B4-BE49-F238E27FC236}">
                <a16:creationId xmlns:a16="http://schemas.microsoft.com/office/drawing/2014/main" id="{2CB6F4F3-0410-8C5D-F184-24F9C382A337}"/>
              </a:ext>
            </a:extLst>
          </p:cNvPr>
          <p:cNvSpPr/>
          <p:nvPr/>
        </p:nvSpPr>
        <p:spPr>
          <a:xfrm>
            <a:off x="5209566" y="2766295"/>
            <a:ext cx="252190" cy="241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13" name="TextBox 35">
            <a:extLst>
              <a:ext uri="{FF2B5EF4-FFF2-40B4-BE49-F238E27FC236}">
                <a16:creationId xmlns:a16="http://schemas.microsoft.com/office/drawing/2014/main" id="{AC1CFB4D-24F1-1596-3CD4-DF4DE8C63C76}"/>
              </a:ext>
            </a:extLst>
          </p:cNvPr>
          <p:cNvSpPr txBox="1"/>
          <p:nvPr/>
        </p:nvSpPr>
        <p:spPr>
          <a:xfrm>
            <a:off x="6575213" y="1936330"/>
            <a:ext cx="4002659"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Thiết kế cơ bản giao diện người dùng</a:t>
            </a: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14" name="Hình chữ nhật 13">
            <a:extLst>
              <a:ext uri="{FF2B5EF4-FFF2-40B4-BE49-F238E27FC236}">
                <a16:creationId xmlns:a16="http://schemas.microsoft.com/office/drawing/2014/main" id="{51DFAD76-E6EC-4381-44ED-F247B802469D}"/>
              </a:ext>
            </a:extLst>
          </p:cNvPr>
          <p:cNvSpPr/>
          <p:nvPr/>
        </p:nvSpPr>
        <p:spPr>
          <a:xfrm>
            <a:off x="11205241" y="2004714"/>
            <a:ext cx="252190" cy="241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15" name="TextBox 35">
            <a:extLst>
              <a:ext uri="{FF2B5EF4-FFF2-40B4-BE49-F238E27FC236}">
                <a16:creationId xmlns:a16="http://schemas.microsoft.com/office/drawing/2014/main" id="{8135736C-04C7-0E57-433B-8B6E230655E2}"/>
              </a:ext>
            </a:extLst>
          </p:cNvPr>
          <p:cNvSpPr txBox="1"/>
          <p:nvPr/>
        </p:nvSpPr>
        <p:spPr>
          <a:xfrm>
            <a:off x="6575212" y="2312669"/>
            <a:ext cx="4265823" cy="2308324"/>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Xây dựng chức năng của hệ thống </a:t>
            </a:r>
          </a:p>
          <a:p>
            <a:pPr marL="285750" indent="-285750">
              <a:buFont typeface="Arial" panose="020B0604020202020204" pitchFamily="34" charset="0"/>
              <a:buChar char="•"/>
            </a:pPr>
            <a:r>
              <a:rPr lang="vi-VN" b="1" dirty="0">
                <a:solidFill>
                  <a:schemeClr val="bg1"/>
                </a:solidFill>
                <a:latin typeface="Times New Roman" panose="02020603050405020304" pitchFamily="18" charset="0"/>
                <a:cs typeface="Times New Roman" panose="02020603050405020304" pitchFamily="18" charset="0"/>
              </a:rPr>
              <a:t>Quản lý người dùng</a:t>
            </a:r>
          </a:p>
          <a:p>
            <a:pPr marL="285750" indent="-285750">
              <a:buFont typeface="Arial" panose="020B0604020202020204" pitchFamily="34" charset="0"/>
              <a:buChar char="•"/>
            </a:pPr>
            <a:r>
              <a:rPr lang="vi-VN" b="1" dirty="0">
                <a:solidFill>
                  <a:schemeClr val="bg1"/>
                </a:solidFill>
                <a:latin typeface="Times New Roman" panose="02020603050405020304" pitchFamily="18" charset="0"/>
                <a:cs typeface="Times New Roman" panose="02020603050405020304" pitchFamily="18" charset="0"/>
              </a:rPr>
              <a:t>Quản lý nhóm làm việc</a:t>
            </a:r>
          </a:p>
          <a:p>
            <a:pPr marL="285750" indent="-285750">
              <a:buFont typeface="Arial" panose="020B0604020202020204" pitchFamily="34" charset="0"/>
              <a:buChar char="•"/>
            </a:pPr>
            <a:r>
              <a:rPr lang="vi-VN" b="1" dirty="0">
                <a:solidFill>
                  <a:schemeClr val="bg1"/>
                </a:solidFill>
                <a:latin typeface="Times New Roman" panose="02020603050405020304" pitchFamily="18" charset="0"/>
                <a:cs typeface="Times New Roman" panose="02020603050405020304" pitchFamily="18" charset="0"/>
              </a:rPr>
              <a:t>Quản lý đoạn </a:t>
            </a:r>
            <a:r>
              <a:rPr lang="vi-VN" b="1" dirty="0" err="1">
                <a:solidFill>
                  <a:schemeClr val="bg1"/>
                </a:solidFill>
                <a:latin typeface="Times New Roman" panose="02020603050405020304" pitchFamily="18" charset="0"/>
                <a:cs typeface="Times New Roman" panose="02020603050405020304" pitchFamily="18" charset="0"/>
              </a:rPr>
              <a:t>chat</a:t>
            </a:r>
            <a:endParaRPr lang="vi-VN" b="1"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b="1" dirty="0">
                <a:solidFill>
                  <a:schemeClr val="bg1"/>
                </a:solidFill>
                <a:latin typeface="Times New Roman" panose="02020603050405020304" pitchFamily="18" charset="0"/>
                <a:cs typeface="Times New Roman" panose="02020603050405020304" pitchFamily="18" charset="0"/>
              </a:rPr>
              <a:t>Quản lý công việc</a:t>
            </a:r>
          </a:p>
          <a:p>
            <a:pPr marL="285750" indent="-285750">
              <a:buFont typeface="Arial" panose="020B0604020202020204" pitchFamily="34" charset="0"/>
              <a:buChar char="•"/>
            </a:pPr>
            <a:r>
              <a:rPr lang="vi-VN" b="1" dirty="0">
                <a:solidFill>
                  <a:schemeClr val="bg1"/>
                </a:solidFill>
                <a:latin typeface="Times New Roman" panose="02020603050405020304" pitchFamily="18" charset="0"/>
                <a:cs typeface="Times New Roman" panose="02020603050405020304" pitchFamily="18" charset="0"/>
              </a:rPr>
              <a:t>Quản lý thông báo</a:t>
            </a:r>
          </a:p>
          <a:p>
            <a:pPr marL="285750" indent="-285750">
              <a:buFont typeface="Arial" panose="020B0604020202020204" pitchFamily="34" charset="0"/>
              <a:buChar char="•"/>
            </a:pPr>
            <a:r>
              <a:rPr lang="vi-VN" b="1" dirty="0" err="1">
                <a:solidFill>
                  <a:schemeClr val="bg1"/>
                </a:solidFill>
                <a:latin typeface="Times New Roman" panose="02020603050405020304" pitchFamily="18" charset="0"/>
                <a:cs typeface="Times New Roman" panose="02020603050405020304" pitchFamily="18" charset="0"/>
              </a:rPr>
              <a:t>Chat</a:t>
            </a:r>
            <a:r>
              <a:rPr lang="vi-VN" b="1" dirty="0">
                <a:solidFill>
                  <a:schemeClr val="bg1"/>
                </a:solidFill>
                <a:latin typeface="Times New Roman" panose="02020603050405020304" pitchFamily="18" charset="0"/>
                <a:cs typeface="Times New Roman" panose="02020603050405020304" pitchFamily="18" charset="0"/>
              </a:rPr>
              <a:t> </a:t>
            </a:r>
            <a:r>
              <a:rPr lang="vi-VN" b="1" dirty="0" err="1">
                <a:solidFill>
                  <a:schemeClr val="bg1"/>
                </a:solidFill>
                <a:latin typeface="Times New Roman" panose="02020603050405020304" pitchFamily="18" charset="0"/>
                <a:cs typeface="Times New Roman" panose="02020603050405020304" pitchFamily="18" charset="0"/>
              </a:rPr>
              <a:t>bot</a:t>
            </a:r>
            <a:r>
              <a:rPr lang="vi-VN" b="1" dirty="0">
                <a:solidFill>
                  <a:schemeClr val="bg1"/>
                </a:solidFill>
                <a:latin typeface="Times New Roman" panose="02020603050405020304" pitchFamily="18" charset="0"/>
                <a:cs typeface="Times New Roman" panose="02020603050405020304" pitchFamily="18" charset="0"/>
              </a:rPr>
              <a:t> hỗ trợ</a:t>
            </a:r>
          </a:p>
          <a:p>
            <a:pPr marL="285750" indent="-285750">
              <a:buFont typeface="Arial" panose="020B0604020202020204" pitchFamily="34" charset="0"/>
              <a:buChar char="•"/>
            </a:pP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16" name="Hình chữ nhật 15">
            <a:extLst>
              <a:ext uri="{FF2B5EF4-FFF2-40B4-BE49-F238E27FC236}">
                <a16:creationId xmlns:a16="http://schemas.microsoft.com/office/drawing/2014/main" id="{17F9A4E7-84AF-4EF8-42B3-92219898D97C}"/>
              </a:ext>
            </a:extLst>
          </p:cNvPr>
          <p:cNvSpPr/>
          <p:nvPr/>
        </p:nvSpPr>
        <p:spPr>
          <a:xfrm>
            <a:off x="11185554" y="270842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17" name="TextBox 35">
            <a:extLst>
              <a:ext uri="{FF2B5EF4-FFF2-40B4-BE49-F238E27FC236}">
                <a16:creationId xmlns:a16="http://schemas.microsoft.com/office/drawing/2014/main" id="{8683E92A-D202-801F-B232-26933895D417}"/>
              </a:ext>
            </a:extLst>
          </p:cNvPr>
          <p:cNvSpPr txBox="1"/>
          <p:nvPr/>
        </p:nvSpPr>
        <p:spPr>
          <a:xfrm>
            <a:off x="6575213" y="4360132"/>
            <a:ext cx="3381553" cy="369332"/>
          </a:xfrm>
          <a:prstGeom prst="rect">
            <a:avLst/>
          </a:prstGeom>
          <a:noFill/>
        </p:spPr>
        <p:txBody>
          <a:bodyPr wrap="square" rtlCol="0">
            <a:spAutoFit/>
          </a:bodyPr>
          <a:lstStyle/>
          <a:p>
            <a:r>
              <a:rPr lang="vi-VN" b="1" dirty="0">
                <a:solidFill>
                  <a:schemeClr val="bg1"/>
                </a:solidFill>
                <a:latin typeface="Times New Roman" panose="02020603050405020304" pitchFamily="18" charset="0"/>
                <a:cs typeface="Times New Roman" panose="02020603050405020304" pitchFamily="18" charset="0"/>
              </a:rPr>
              <a:t>Xây dựng </a:t>
            </a:r>
            <a:r>
              <a:rPr lang="vi-VN" b="1" dirty="0" err="1">
                <a:solidFill>
                  <a:schemeClr val="bg1"/>
                </a:solidFill>
                <a:latin typeface="Times New Roman" panose="02020603050405020304" pitchFamily="18" charset="0"/>
                <a:cs typeface="Times New Roman" panose="02020603050405020304" pitchFamily="18" charset="0"/>
              </a:rPr>
              <a:t>test</a:t>
            </a:r>
            <a:r>
              <a:rPr lang="vi-VN" b="1" dirty="0">
                <a:solidFill>
                  <a:schemeClr val="bg1"/>
                </a:solidFill>
                <a:latin typeface="Times New Roman" panose="02020603050405020304" pitchFamily="18" charset="0"/>
                <a:cs typeface="Times New Roman" panose="02020603050405020304" pitchFamily="18" charset="0"/>
              </a:rPr>
              <a:t> </a:t>
            </a:r>
            <a:r>
              <a:rPr lang="vi-VN" b="1" dirty="0" err="1">
                <a:solidFill>
                  <a:schemeClr val="bg1"/>
                </a:solidFill>
                <a:latin typeface="Times New Roman" panose="02020603050405020304" pitchFamily="18" charset="0"/>
                <a:cs typeface="Times New Roman" panose="02020603050405020304" pitchFamily="18" charset="0"/>
              </a:rPr>
              <a:t>case</a:t>
            </a:r>
            <a:r>
              <a:rPr lang="vi-VN" b="1" dirty="0">
                <a:solidFill>
                  <a:schemeClr val="bg1"/>
                </a:solidFill>
                <a:latin typeface="Times New Roman" panose="02020603050405020304" pitchFamily="18" charset="0"/>
                <a:cs typeface="Times New Roman" panose="02020603050405020304" pitchFamily="18" charset="0"/>
              </a:rPr>
              <a:t> </a:t>
            </a:r>
            <a:endParaRPr lang="en-PH" b="1" dirty="0">
              <a:solidFill>
                <a:schemeClr val="bg1"/>
              </a:solidFill>
              <a:latin typeface="Times New Roman" panose="02020603050405020304" pitchFamily="18" charset="0"/>
              <a:cs typeface="Times New Roman" panose="02020603050405020304" pitchFamily="18" charset="0"/>
            </a:endParaRPr>
          </a:p>
        </p:txBody>
      </p:sp>
      <p:sp>
        <p:nvSpPr>
          <p:cNvPr id="18" name="Hình chữ nhật 17">
            <a:extLst>
              <a:ext uri="{FF2B5EF4-FFF2-40B4-BE49-F238E27FC236}">
                <a16:creationId xmlns:a16="http://schemas.microsoft.com/office/drawing/2014/main" id="{FFF35747-AC2D-2F23-CB40-C9000112FA6A}"/>
              </a:ext>
            </a:extLst>
          </p:cNvPr>
          <p:cNvSpPr/>
          <p:nvPr/>
        </p:nvSpPr>
        <p:spPr>
          <a:xfrm>
            <a:off x="11187471" y="4428516"/>
            <a:ext cx="252190" cy="2416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pic>
        <p:nvPicPr>
          <p:cNvPr id="23" name="Đồ họa 22" descr="Checkmark with solid fill">
            <a:extLst>
              <a:ext uri="{FF2B5EF4-FFF2-40B4-BE49-F238E27FC236}">
                <a16:creationId xmlns:a16="http://schemas.microsoft.com/office/drawing/2014/main" id="{AE0C7BB9-F6DC-1913-EF4C-EC88974BEC34}"/>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200681" y="2255289"/>
            <a:ext cx="453131" cy="453131"/>
          </a:xfrm>
          <a:prstGeom prst="rect">
            <a:avLst/>
          </a:prstGeom>
        </p:spPr>
      </p:pic>
      <p:pic>
        <p:nvPicPr>
          <p:cNvPr id="24" name="Đồ họa 23" descr="Checkmark with solid fill">
            <a:extLst>
              <a:ext uri="{FF2B5EF4-FFF2-40B4-BE49-F238E27FC236}">
                <a16:creationId xmlns:a16="http://schemas.microsoft.com/office/drawing/2014/main" id="{57CD1B3A-4CB1-5E80-EC17-E60BCD888942}"/>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78092" y="1859538"/>
            <a:ext cx="453131" cy="453131"/>
          </a:xfrm>
          <a:prstGeom prst="rect">
            <a:avLst/>
          </a:prstGeom>
        </p:spPr>
      </p:pic>
      <p:sp>
        <p:nvSpPr>
          <p:cNvPr id="59" name="Hình chữ nhật 58">
            <a:extLst>
              <a:ext uri="{FF2B5EF4-FFF2-40B4-BE49-F238E27FC236}">
                <a16:creationId xmlns:a16="http://schemas.microsoft.com/office/drawing/2014/main" id="{26785549-9CB8-DBC6-E421-C0BC3D67CE30}"/>
              </a:ext>
            </a:extLst>
          </p:cNvPr>
          <p:cNvSpPr/>
          <p:nvPr/>
        </p:nvSpPr>
        <p:spPr>
          <a:xfrm>
            <a:off x="11185554" y="298274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60" name="Hình chữ nhật 59">
            <a:extLst>
              <a:ext uri="{FF2B5EF4-FFF2-40B4-BE49-F238E27FC236}">
                <a16:creationId xmlns:a16="http://schemas.microsoft.com/office/drawing/2014/main" id="{44CCA5DD-9143-6E88-2DC2-B15B81878E86}"/>
              </a:ext>
            </a:extLst>
          </p:cNvPr>
          <p:cNvSpPr/>
          <p:nvPr/>
        </p:nvSpPr>
        <p:spPr>
          <a:xfrm>
            <a:off x="11185554" y="325706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61" name="Hình chữ nhật 60">
            <a:extLst>
              <a:ext uri="{FF2B5EF4-FFF2-40B4-BE49-F238E27FC236}">
                <a16:creationId xmlns:a16="http://schemas.microsoft.com/office/drawing/2014/main" id="{BF038C8E-E4E5-7258-3C24-2ABEBB094D79}"/>
              </a:ext>
            </a:extLst>
          </p:cNvPr>
          <p:cNvSpPr/>
          <p:nvPr/>
        </p:nvSpPr>
        <p:spPr>
          <a:xfrm>
            <a:off x="11185554" y="353138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62" name="Hình chữ nhật 61">
            <a:extLst>
              <a:ext uri="{FF2B5EF4-FFF2-40B4-BE49-F238E27FC236}">
                <a16:creationId xmlns:a16="http://schemas.microsoft.com/office/drawing/2014/main" id="{760DF321-476E-8B88-E83B-643F93627BB3}"/>
              </a:ext>
            </a:extLst>
          </p:cNvPr>
          <p:cNvSpPr/>
          <p:nvPr/>
        </p:nvSpPr>
        <p:spPr>
          <a:xfrm>
            <a:off x="11185554" y="380570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sp>
        <p:nvSpPr>
          <p:cNvPr id="63" name="Hình chữ nhật 62">
            <a:extLst>
              <a:ext uri="{FF2B5EF4-FFF2-40B4-BE49-F238E27FC236}">
                <a16:creationId xmlns:a16="http://schemas.microsoft.com/office/drawing/2014/main" id="{0068D097-CAE2-F0E3-9C47-B581FB98F8EF}"/>
              </a:ext>
            </a:extLst>
          </p:cNvPr>
          <p:cNvSpPr/>
          <p:nvPr/>
        </p:nvSpPr>
        <p:spPr>
          <a:xfrm>
            <a:off x="11185554" y="4080020"/>
            <a:ext cx="152448" cy="16370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W"/>
          </a:p>
        </p:txBody>
      </p:sp>
      <p:pic>
        <p:nvPicPr>
          <p:cNvPr id="64" name="Đồ họa 63" descr="Checkmark with solid fill">
            <a:extLst>
              <a:ext uri="{FF2B5EF4-FFF2-40B4-BE49-F238E27FC236}">
                <a16:creationId xmlns:a16="http://schemas.microsoft.com/office/drawing/2014/main" id="{D463BF8E-90D5-004B-4F64-3883BB7D056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66661" y="2601827"/>
            <a:ext cx="302691" cy="302691"/>
          </a:xfrm>
          <a:prstGeom prst="rect">
            <a:avLst/>
          </a:prstGeom>
        </p:spPr>
      </p:pic>
      <p:pic>
        <p:nvPicPr>
          <p:cNvPr id="65" name="Đồ họa 64" descr="Checkmark with solid fill">
            <a:extLst>
              <a:ext uri="{FF2B5EF4-FFF2-40B4-BE49-F238E27FC236}">
                <a16:creationId xmlns:a16="http://schemas.microsoft.com/office/drawing/2014/main" id="{D8C7B633-A21B-1924-2526-BA958FE55A5D}"/>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62220" y="2886685"/>
            <a:ext cx="302691" cy="302691"/>
          </a:xfrm>
          <a:prstGeom prst="rect">
            <a:avLst/>
          </a:prstGeom>
        </p:spPr>
      </p:pic>
      <p:pic>
        <p:nvPicPr>
          <p:cNvPr id="66" name="Đồ họa 65" descr="Checkmark with solid fill">
            <a:extLst>
              <a:ext uri="{FF2B5EF4-FFF2-40B4-BE49-F238E27FC236}">
                <a16:creationId xmlns:a16="http://schemas.microsoft.com/office/drawing/2014/main" id="{07D9FF88-B805-79FA-4CA3-F01DB62E92F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66661" y="3162267"/>
            <a:ext cx="302691" cy="302691"/>
          </a:xfrm>
          <a:prstGeom prst="rect">
            <a:avLst/>
          </a:prstGeom>
        </p:spPr>
      </p:pic>
    </p:spTree>
    <p:extLst>
      <p:ext uri="{BB962C8B-B14F-4D97-AF65-F5344CB8AC3E}">
        <p14:creationId xmlns:p14="http://schemas.microsoft.com/office/powerpoint/2010/main" val="2937874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wipe(left)">
                                      <p:cBhvr>
                                        <p:cTn id="19" dur="500"/>
                                        <p:tgtEl>
                                          <p:spTgt spid="64"/>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wipe(left)">
                                      <p:cBhvr>
                                        <p:cTn id="2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29" name="Rectangle: Folded Corner 28">
            <a:extLst>
              <a:ext uri="{FF2B5EF4-FFF2-40B4-BE49-F238E27FC236}">
                <a16:creationId xmlns:a16="http://schemas.microsoft.com/office/drawing/2014/main" id="{BACF24AC-C0B8-4A8C-94A3-35BF618BB058}"/>
              </a:ext>
            </a:extLst>
          </p:cNvPr>
          <p:cNvSpPr/>
          <p:nvPr/>
        </p:nvSpPr>
        <p:spPr>
          <a:xfrm>
            <a:off x="4087724" y="2416852"/>
            <a:ext cx="4114007" cy="1603718"/>
          </a:xfrm>
          <a:prstGeom prst="foldedCorner">
            <a:avLst>
              <a:gd name="adj" fmla="val 47619"/>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7CF5E4A2-8A4C-409F-B46A-350F0776E98F}"/>
              </a:ext>
            </a:extLst>
          </p:cNvPr>
          <p:cNvSpPr txBox="1"/>
          <p:nvPr/>
        </p:nvSpPr>
        <p:spPr>
          <a:xfrm>
            <a:off x="4389614" y="2666922"/>
            <a:ext cx="4340164" cy="1200329"/>
          </a:xfrm>
          <a:prstGeom prst="rect">
            <a:avLst/>
          </a:prstGeom>
          <a:noFill/>
        </p:spPr>
        <p:txBody>
          <a:bodyPr wrap="square" rtlCol="0">
            <a:spAutoFit/>
          </a:bodyPr>
          <a:lstStyle/>
          <a:p>
            <a:r>
              <a:rPr lang="vi-VN" sz="3600" b="1" dirty="0">
                <a:solidFill>
                  <a:schemeClr val="bg1"/>
                </a:solidFill>
                <a:latin typeface="Times New Roman" panose="02020603050405020304" pitchFamily="18" charset="0"/>
                <a:cs typeface="Times New Roman" panose="02020603050405020304" pitchFamily="18" charset="0"/>
              </a:rPr>
              <a:t>3</a:t>
            </a:r>
            <a:r>
              <a:rPr lang="vi-VN" sz="3600" b="1">
                <a:solidFill>
                  <a:schemeClr val="bg1"/>
                </a:solidFill>
                <a:latin typeface="Times New Roman" panose="02020603050405020304" pitchFamily="18" charset="0"/>
                <a:cs typeface="Times New Roman" panose="02020603050405020304" pitchFamily="18" charset="0"/>
              </a:rPr>
              <a:t>, Chức năng đã hoàn thiện</a:t>
            </a:r>
            <a:endParaRPr lang="vi-VN" sz="3600" b="1" dirty="0">
              <a:solidFill>
                <a:schemeClr val="bg1"/>
              </a:solidFill>
              <a:latin typeface="Times New Roman" panose="02020603050405020304" pitchFamily="18" charset="0"/>
              <a:cs typeface="Times New Roman" panose="02020603050405020304" pitchFamily="18" charset="0"/>
            </a:endParaRPr>
          </a:p>
        </p:txBody>
      </p:sp>
      <p:sp>
        <p:nvSpPr>
          <p:cNvPr id="32" name="Rectangle: Folded Corner 31">
            <a:extLst>
              <a:ext uri="{FF2B5EF4-FFF2-40B4-BE49-F238E27FC236}">
                <a16:creationId xmlns:a16="http://schemas.microsoft.com/office/drawing/2014/main" id="{762B3837-1CED-4F94-BBD9-0A536A68D70F}"/>
              </a:ext>
            </a:extLst>
          </p:cNvPr>
          <p:cNvSpPr/>
          <p:nvPr/>
        </p:nvSpPr>
        <p:spPr>
          <a:xfrm>
            <a:off x="12669839" y="4728714"/>
            <a:ext cx="4893734" cy="711200"/>
          </a:xfrm>
          <a:prstGeom prst="foldedCorner">
            <a:avLst>
              <a:gd name="adj" fmla="val 47619"/>
            </a:avLst>
          </a:prstGeom>
          <a:solidFill>
            <a:srgbClr val="4285F4">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B9214D1B-22EE-4ADA-B171-4640A8CDF6E1}"/>
              </a:ext>
            </a:extLst>
          </p:cNvPr>
          <p:cNvSpPr txBox="1"/>
          <p:nvPr/>
        </p:nvSpPr>
        <p:spPr>
          <a:xfrm>
            <a:off x="12888942" y="4878127"/>
            <a:ext cx="3606800" cy="400110"/>
          </a:xfrm>
          <a:prstGeom prst="rect">
            <a:avLst/>
          </a:prstGeom>
          <a:noFill/>
        </p:spPr>
        <p:txBody>
          <a:bodyPr wrap="square" rtlCol="0">
            <a:spAutoFit/>
          </a:bodyPr>
          <a:lstStyle/>
          <a:p>
            <a:r>
              <a:rPr lang="en-PH" sz="2000">
                <a:solidFill>
                  <a:schemeClr val="bg1"/>
                </a:solidFill>
                <a:latin typeface="Times New Roman" panose="02020603050405020304" pitchFamily="18" charset="0"/>
                <a:cs typeface="Times New Roman" panose="02020603050405020304" pitchFamily="18" charset="0"/>
              </a:rPr>
              <a:t>Nội dung 4</a:t>
            </a:r>
            <a:endParaRPr lang="en-PH" sz="20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9978473-FCC1-417F-98E3-C1530E484C89}"/>
              </a:ext>
            </a:extLst>
          </p:cNvPr>
          <p:cNvSpPr/>
          <p:nvPr/>
        </p:nvSpPr>
        <p:spPr>
          <a:xfrm>
            <a:off x="-5141519" y="1115904"/>
            <a:ext cx="4659832" cy="5305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BF96599B-EE7B-4F40-889C-3E98EC5435FF}"/>
              </a:ext>
            </a:extLst>
          </p:cNvPr>
          <p:cNvGrpSpPr/>
          <p:nvPr/>
        </p:nvGrpSpPr>
        <p:grpSpPr>
          <a:xfrm>
            <a:off x="-5161887" y="1131970"/>
            <a:ext cx="164976" cy="5289441"/>
            <a:chOff x="2661323" y="1779640"/>
            <a:chExt cx="150703" cy="3498597"/>
          </a:xfrm>
          <a:solidFill>
            <a:srgbClr val="2EA54E"/>
          </a:solidFill>
        </p:grpSpPr>
        <p:sp>
          <p:nvSpPr>
            <p:cNvPr id="2" name="Rectangle 1">
              <a:extLst>
                <a:ext uri="{FF2B5EF4-FFF2-40B4-BE49-F238E27FC236}">
                  <a16:creationId xmlns:a16="http://schemas.microsoft.com/office/drawing/2014/main" id="{FFC518EE-5EBA-4D00-8ED4-9C14472515F6}"/>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37" name="Rectangle 36">
              <a:extLst>
                <a:ext uri="{FF2B5EF4-FFF2-40B4-BE49-F238E27FC236}">
                  <a16:creationId xmlns:a16="http://schemas.microsoft.com/office/drawing/2014/main" id="{33CD1967-60ED-4EAF-9E51-E24D8B849224}"/>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26DAACC9-DCDA-4898-95EC-06A421B0BA8B}"/>
              </a:ext>
            </a:extLst>
          </p:cNvPr>
          <p:cNvGrpSpPr/>
          <p:nvPr/>
        </p:nvGrpSpPr>
        <p:grpSpPr>
          <a:xfrm rot="5400000">
            <a:off x="-2897873" y="4006481"/>
            <a:ext cx="150775" cy="4678811"/>
            <a:chOff x="2661323" y="1779640"/>
            <a:chExt cx="150703" cy="3498597"/>
          </a:xfrm>
          <a:solidFill>
            <a:srgbClr val="FBBB01"/>
          </a:solidFill>
        </p:grpSpPr>
        <p:sp>
          <p:nvSpPr>
            <p:cNvPr id="41" name="Rectangle 40">
              <a:extLst>
                <a:ext uri="{FF2B5EF4-FFF2-40B4-BE49-F238E27FC236}">
                  <a16:creationId xmlns:a16="http://schemas.microsoft.com/office/drawing/2014/main" id="{20FB06BE-DE24-42DE-B3AC-D0216E0D1FBC}"/>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C144EEE-D5DD-450F-971A-80C7DA53BD6A}"/>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2809E44C-EA66-43CE-B365-FD2CA377D914}"/>
              </a:ext>
            </a:extLst>
          </p:cNvPr>
          <p:cNvGrpSpPr/>
          <p:nvPr/>
        </p:nvGrpSpPr>
        <p:grpSpPr>
          <a:xfrm>
            <a:off x="-635863" y="1116799"/>
            <a:ext cx="164976" cy="5305507"/>
            <a:chOff x="2661323" y="1779640"/>
            <a:chExt cx="150703" cy="3498597"/>
          </a:xfrm>
          <a:solidFill>
            <a:srgbClr val="3D81F4"/>
          </a:solidFill>
        </p:grpSpPr>
        <p:sp>
          <p:nvSpPr>
            <p:cNvPr id="55" name="Rectangle 54">
              <a:extLst>
                <a:ext uri="{FF2B5EF4-FFF2-40B4-BE49-F238E27FC236}">
                  <a16:creationId xmlns:a16="http://schemas.microsoft.com/office/drawing/2014/main" id="{E78159EC-1A82-4D7A-832F-5897FBECEEC1}"/>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D6161C19-4015-477A-A399-64D37B966DE0}"/>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grpSp>
        <p:nvGrpSpPr>
          <p:cNvPr id="57" name="Group 56">
            <a:extLst>
              <a:ext uri="{FF2B5EF4-FFF2-40B4-BE49-F238E27FC236}">
                <a16:creationId xmlns:a16="http://schemas.microsoft.com/office/drawing/2014/main" id="{2EBEA0DB-D695-4C11-BADA-AA7272EE2195}"/>
              </a:ext>
            </a:extLst>
          </p:cNvPr>
          <p:cNvGrpSpPr/>
          <p:nvPr/>
        </p:nvGrpSpPr>
        <p:grpSpPr>
          <a:xfrm rot="5400000">
            <a:off x="-2901495" y="-1135533"/>
            <a:ext cx="158017" cy="4678811"/>
            <a:chOff x="2661323" y="1779640"/>
            <a:chExt cx="150703" cy="3498597"/>
          </a:xfrm>
          <a:solidFill>
            <a:srgbClr val="EA4335"/>
          </a:solidFill>
        </p:grpSpPr>
        <p:sp>
          <p:nvSpPr>
            <p:cNvPr id="58" name="Rectangle 57">
              <a:extLst>
                <a:ext uri="{FF2B5EF4-FFF2-40B4-BE49-F238E27FC236}">
                  <a16:creationId xmlns:a16="http://schemas.microsoft.com/office/drawing/2014/main" id="{F616F319-8303-4934-9073-CFCAD4A72C32}"/>
                </a:ext>
              </a:extLst>
            </p:cNvPr>
            <p:cNvSpPr/>
            <p:nvPr/>
          </p:nvSpPr>
          <p:spPr>
            <a:xfrm>
              <a:off x="2661323" y="1779640"/>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9" name="Rectangle 58">
              <a:extLst>
                <a:ext uri="{FF2B5EF4-FFF2-40B4-BE49-F238E27FC236}">
                  <a16:creationId xmlns:a16="http://schemas.microsoft.com/office/drawing/2014/main" id="{16215087-82F8-43E8-8021-2285551C489B}"/>
                </a:ext>
              </a:extLst>
            </p:cNvPr>
            <p:cNvSpPr/>
            <p:nvPr/>
          </p:nvSpPr>
          <p:spPr>
            <a:xfrm>
              <a:off x="2661323" y="3521953"/>
              <a:ext cx="150703" cy="17562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grpSp>
      <p:sp>
        <p:nvSpPr>
          <p:cNvPr id="47" name="Rectangle: Folded Corner 46">
            <a:extLst>
              <a:ext uri="{FF2B5EF4-FFF2-40B4-BE49-F238E27FC236}">
                <a16:creationId xmlns:a16="http://schemas.microsoft.com/office/drawing/2014/main" id="{75116E7A-FD4F-4B90-AE74-DA0FE1412C01}"/>
              </a:ext>
            </a:extLst>
          </p:cNvPr>
          <p:cNvSpPr/>
          <p:nvPr/>
        </p:nvSpPr>
        <p:spPr>
          <a:xfrm rot="16200000">
            <a:off x="12987184" y="550808"/>
            <a:ext cx="5206136" cy="6368457"/>
          </a:xfrm>
          <a:prstGeom prst="foldedCorner">
            <a:avLst>
              <a:gd name="adj" fmla="val 26934"/>
            </a:avLst>
          </a:prstGeom>
          <a:solidFill>
            <a:srgbClr val="FBBC05">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5F025378-0AED-405F-ACBF-F6A9FECE0924}"/>
              </a:ext>
            </a:extLst>
          </p:cNvPr>
          <p:cNvSpPr txBox="1"/>
          <p:nvPr/>
        </p:nvSpPr>
        <p:spPr>
          <a:xfrm>
            <a:off x="12258127" y="1282881"/>
            <a:ext cx="1813525" cy="400110"/>
          </a:xfrm>
          <a:prstGeom prst="rect">
            <a:avLst/>
          </a:prstGeom>
          <a:noFill/>
        </p:spPr>
        <p:txBody>
          <a:bodyPr wrap="square" rtlCol="0">
            <a:spAutoFit/>
          </a:bodyPr>
          <a:lstStyle/>
          <a:p>
            <a:pPr algn="ctr"/>
            <a:r>
              <a:rPr lang="en-PH" sz="2000" b="1">
                <a:solidFill>
                  <a:schemeClr val="bg1"/>
                </a:solidFill>
                <a:latin typeface="Times New Roman" panose="02020603050405020304" pitchFamily="18" charset="0"/>
                <a:cs typeface="Times New Roman" panose="02020603050405020304" pitchFamily="18" charset="0"/>
              </a:rPr>
              <a:t>Nội dung 2</a:t>
            </a:r>
            <a:endParaRPr lang="en-PH" sz="2000" b="1" dirty="0">
              <a:solidFill>
                <a:schemeClr val="bg1"/>
              </a:solidFill>
              <a:latin typeface="Times New Roman" panose="02020603050405020304" pitchFamily="18" charset="0"/>
              <a:cs typeface="Times New Roman" panose="02020603050405020304" pitchFamily="18" charset="0"/>
            </a:endParaRPr>
          </a:p>
        </p:txBody>
      </p:sp>
      <p:pic>
        <p:nvPicPr>
          <p:cNvPr id="52" name="Picture 51" descr="Apple Moody Foodies">
            <a:extLst>
              <a:ext uri="{FF2B5EF4-FFF2-40B4-BE49-F238E27FC236}">
                <a16:creationId xmlns:a16="http://schemas.microsoft.com/office/drawing/2014/main" id="{7818BCBA-0A71-48A0-868B-978E490AB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2035" y="5208699"/>
            <a:ext cx="1008824" cy="1008824"/>
          </a:xfrm>
          <a:prstGeom prst="rect">
            <a:avLst/>
          </a:prstGeom>
        </p:spPr>
      </p:pic>
      <p:pic>
        <p:nvPicPr>
          <p:cNvPr id="60" name="Picture 59" descr="Watermelon Moody Foodies">
            <a:extLst>
              <a:ext uri="{FF2B5EF4-FFF2-40B4-BE49-F238E27FC236}">
                <a16:creationId xmlns:a16="http://schemas.microsoft.com/office/drawing/2014/main" id="{840ED6BA-AEAF-406D-B419-C222FB5E7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897" y="5433023"/>
            <a:ext cx="1008825" cy="1008825"/>
          </a:xfrm>
          <a:prstGeom prst="rect">
            <a:avLst/>
          </a:prstGeom>
        </p:spPr>
      </p:pic>
      <p:pic>
        <p:nvPicPr>
          <p:cNvPr id="61" name="Picture 60" descr="Chart, logo, company name, bubble chart&#10;&#10;Description automatically generated">
            <a:extLst>
              <a:ext uri="{FF2B5EF4-FFF2-40B4-BE49-F238E27FC236}">
                <a16:creationId xmlns:a16="http://schemas.microsoft.com/office/drawing/2014/main" id="{C4E8B1A4-6076-4A24-B5CC-0879FA635103}"/>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8979" b="44385" l="15969" r="32958"/>
                    </a14:imgEffect>
                  </a14:imgLayer>
                </a14:imgProps>
              </a:ext>
              <a:ext uri="{28A0092B-C50C-407E-A947-70E740481C1C}">
                <a14:useLocalDpi xmlns:a14="http://schemas.microsoft.com/office/drawing/2010/main" val="0"/>
              </a:ext>
            </a:extLst>
          </a:blip>
          <a:srcRect l="13845" t="15803" r="64918" b="52439"/>
          <a:stretch/>
        </p:blipFill>
        <p:spPr>
          <a:xfrm>
            <a:off x="-4939170" y="1244410"/>
            <a:ext cx="784843" cy="660173"/>
          </a:xfrm>
          <a:prstGeom prst="rect">
            <a:avLst/>
          </a:prstGeom>
        </p:spPr>
      </p:pic>
      <p:sp>
        <p:nvSpPr>
          <p:cNvPr id="89" name="Rectangle 88">
            <a:extLst>
              <a:ext uri="{FF2B5EF4-FFF2-40B4-BE49-F238E27FC236}">
                <a16:creationId xmlns:a16="http://schemas.microsoft.com/office/drawing/2014/main" id="{D54D1646-A91C-4BE6-9F23-DA3B1060E9DC}"/>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CD878704-CF17-42E8-82D0-6854E3B29D52}"/>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2EA54E"/>
                </a:solidFill>
                <a:latin typeface="Times New Roman" panose="02020603050405020304" pitchFamily="18" charset="0"/>
                <a:cs typeface="Times New Roman" panose="02020603050405020304" pitchFamily="18" charset="0"/>
              </a:rPr>
              <a:t>Nhóm 4</a:t>
            </a:r>
            <a:endParaRPr lang="en-PH" sz="3600" b="1" dirty="0">
              <a:solidFill>
                <a:srgbClr val="2EA54E"/>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
        <p:nvSpPr>
          <p:cNvPr id="91" name="Oval 90">
            <a:extLst>
              <a:ext uri="{FF2B5EF4-FFF2-40B4-BE49-F238E27FC236}">
                <a16:creationId xmlns:a16="http://schemas.microsoft.com/office/drawing/2014/main" id="{F09315AE-B91D-4C10-B9E2-63C447AB7A20}"/>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2" name="Oval 91">
            <a:extLst>
              <a:ext uri="{FF2B5EF4-FFF2-40B4-BE49-F238E27FC236}">
                <a16:creationId xmlns:a16="http://schemas.microsoft.com/office/drawing/2014/main" id="{A8DC7BC3-DFC9-4F13-B9BB-A35B3AC1781D}"/>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93" name="Oval 92">
            <a:extLst>
              <a:ext uri="{FF2B5EF4-FFF2-40B4-BE49-F238E27FC236}">
                <a16:creationId xmlns:a16="http://schemas.microsoft.com/office/drawing/2014/main" id="{34F40F07-0CD2-44D9-B144-0E81958A2541}"/>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nvGrpSpPr>
          <p:cNvPr id="94" name="Group 93">
            <a:extLst>
              <a:ext uri="{FF2B5EF4-FFF2-40B4-BE49-F238E27FC236}">
                <a16:creationId xmlns:a16="http://schemas.microsoft.com/office/drawing/2014/main" id="{B5964683-818A-4A3A-B376-75B5E69908B4}"/>
              </a:ext>
            </a:extLst>
          </p:cNvPr>
          <p:cNvGrpSpPr/>
          <p:nvPr/>
        </p:nvGrpSpPr>
        <p:grpSpPr>
          <a:xfrm>
            <a:off x="3065043" y="346935"/>
            <a:ext cx="6654018" cy="550671"/>
            <a:chOff x="2768991" y="3077691"/>
            <a:chExt cx="6654018" cy="550671"/>
          </a:xfrm>
        </p:grpSpPr>
        <p:sp>
          <p:nvSpPr>
            <p:cNvPr id="95" name="Rectangle: Rounded Corners 94">
              <a:extLst>
                <a:ext uri="{FF2B5EF4-FFF2-40B4-BE49-F238E27FC236}">
                  <a16:creationId xmlns:a16="http://schemas.microsoft.com/office/drawing/2014/main" id="{330EA7CB-CB61-4F78-9AEC-36B6C818D21C}"/>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pic>
          <p:nvPicPr>
            <p:cNvPr id="96" name="Picture 95">
              <a:extLst>
                <a:ext uri="{FF2B5EF4-FFF2-40B4-BE49-F238E27FC236}">
                  <a16:creationId xmlns:a16="http://schemas.microsoft.com/office/drawing/2014/main" id="{FA15C952-1E4B-406F-9822-20CBBB04AC07}"/>
                </a:ext>
              </a:extLst>
            </p:cNvPr>
            <p:cNvPicPr>
              <a:picLocks noChangeAspect="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a:extLst>
                <a:ext uri="{FF2B5EF4-FFF2-40B4-BE49-F238E27FC236}">
                  <a16:creationId xmlns:a16="http://schemas.microsoft.com/office/drawing/2014/main" id="{DF2CB1DB-4813-4A7E-A1A0-B58DC5CCE0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a:extLst>
              <a:ext uri="{FF2B5EF4-FFF2-40B4-BE49-F238E27FC236}">
                <a16:creationId xmlns:a16="http://schemas.microsoft.com/office/drawing/2014/main" id="{4F721B6C-3A9E-4023-8FEF-F44E31DDC934}"/>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99" name="Group 98">
            <a:extLst>
              <a:ext uri="{FF2B5EF4-FFF2-40B4-BE49-F238E27FC236}">
                <a16:creationId xmlns:a16="http://schemas.microsoft.com/office/drawing/2014/main" id="{338757BF-A980-448E-8EB4-0ABB9447EC48}"/>
              </a:ext>
            </a:extLst>
          </p:cNvPr>
          <p:cNvGrpSpPr/>
          <p:nvPr/>
        </p:nvGrpSpPr>
        <p:grpSpPr>
          <a:xfrm rot="5400000" flipV="1">
            <a:off x="-3375115" y="3352257"/>
            <a:ext cx="6858002" cy="153487"/>
            <a:chOff x="-1" y="6732587"/>
            <a:chExt cx="12192000" cy="127731"/>
          </a:xfrm>
        </p:grpSpPr>
        <p:sp>
          <p:nvSpPr>
            <p:cNvPr id="100" name="Rectangle 99">
              <a:extLst>
                <a:ext uri="{FF2B5EF4-FFF2-40B4-BE49-F238E27FC236}">
                  <a16:creationId xmlns:a16="http://schemas.microsoft.com/office/drawing/2014/main" id="{83643E7B-E266-4AA6-BE87-1035475BC9DA}"/>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1" name="Rectangle 100">
              <a:extLst>
                <a:ext uri="{FF2B5EF4-FFF2-40B4-BE49-F238E27FC236}">
                  <a16:creationId xmlns:a16="http://schemas.microsoft.com/office/drawing/2014/main" id="{8CDA6551-9CD6-4BC2-8067-6AB4081146FD}"/>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2" name="Rectangle 101">
              <a:extLst>
                <a:ext uri="{FF2B5EF4-FFF2-40B4-BE49-F238E27FC236}">
                  <a16:creationId xmlns:a16="http://schemas.microsoft.com/office/drawing/2014/main" id="{2541E02F-ADB0-4722-AFAA-0EB46E99C1B9}"/>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3" name="Rectangle 102">
              <a:extLst>
                <a:ext uri="{FF2B5EF4-FFF2-40B4-BE49-F238E27FC236}">
                  <a16:creationId xmlns:a16="http://schemas.microsoft.com/office/drawing/2014/main" id="{1A752373-EB11-4A0A-B9F5-873A7A643245}"/>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pic>
        <p:nvPicPr>
          <p:cNvPr id="104" name="Picture 103" descr="Chart, logo, company name, bubble chart&#10;&#10;Description automatically generated">
            <a:extLst>
              <a:ext uri="{FF2B5EF4-FFF2-40B4-BE49-F238E27FC236}">
                <a16:creationId xmlns:a16="http://schemas.microsoft.com/office/drawing/2014/main" id="{D02C22A8-6153-49C6-9586-22B116ECBD19}"/>
              </a:ext>
            </a:extLst>
          </p:cNvPr>
          <p:cNvPicPr>
            <a:picLocks noChangeAspect="1"/>
          </p:cNvPicPr>
          <p:nvPr/>
        </p:nvPicPr>
        <p:blipFill rotWithShape="1">
          <a:blip r:embed="rId8">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sp>
        <p:nvSpPr>
          <p:cNvPr id="48" name="Rectangle: Rounded Corners 47">
            <a:extLst>
              <a:ext uri="{FF2B5EF4-FFF2-40B4-BE49-F238E27FC236}">
                <a16:creationId xmlns:a16="http://schemas.microsoft.com/office/drawing/2014/main" id="{B1AACC3A-0596-4588-844E-1C73D5C2FE04}"/>
              </a:ext>
            </a:extLst>
          </p:cNvPr>
          <p:cNvSpPr/>
          <p:nvPr/>
        </p:nvSpPr>
        <p:spPr>
          <a:xfrm>
            <a:off x="12934070" y="1247803"/>
            <a:ext cx="4278597" cy="484302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9" name="Rectangle: Top Corners Rounded 48">
            <a:extLst>
              <a:ext uri="{FF2B5EF4-FFF2-40B4-BE49-F238E27FC236}">
                <a16:creationId xmlns:a16="http://schemas.microsoft.com/office/drawing/2014/main" id="{3E739AD6-584F-41EA-A0D3-72E674E9177D}"/>
              </a:ext>
            </a:extLst>
          </p:cNvPr>
          <p:cNvSpPr/>
          <p:nvPr/>
        </p:nvSpPr>
        <p:spPr>
          <a:xfrm>
            <a:off x="12934070" y="1244410"/>
            <a:ext cx="4278597" cy="546056"/>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50" name="Rectangle: Rounded Corners 49">
            <a:extLst>
              <a:ext uri="{FF2B5EF4-FFF2-40B4-BE49-F238E27FC236}">
                <a16:creationId xmlns:a16="http://schemas.microsoft.com/office/drawing/2014/main" id="{80D09DEC-D24D-48E4-BCBE-B90597F7AA66}"/>
              </a:ext>
            </a:extLst>
          </p:cNvPr>
          <p:cNvSpPr/>
          <p:nvPr/>
        </p:nvSpPr>
        <p:spPr>
          <a:xfrm>
            <a:off x="13064797" y="5585039"/>
            <a:ext cx="1022424" cy="362537"/>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Times New Roman" panose="02020603050405020304" pitchFamily="18" charset="0"/>
                <a:cs typeface="Times New Roman" panose="02020603050405020304" pitchFamily="18" charset="0"/>
              </a:rPr>
              <a:t>Thuyết trình</a:t>
            </a:r>
            <a:endParaRPr lang="vi-VN" sz="1200">
              <a:latin typeface="Times New Roman" panose="02020603050405020304" pitchFamily="18" charset="0"/>
              <a:cs typeface="Times New Roman" panose="02020603050405020304" pitchFamily="18" charset="0"/>
            </a:endParaRPr>
          </a:p>
        </p:txBody>
      </p:sp>
      <p:pic>
        <p:nvPicPr>
          <p:cNvPr id="53" name="Picture 52">
            <a:extLst>
              <a:ext uri="{FF2B5EF4-FFF2-40B4-BE49-F238E27FC236}">
                <a16:creationId xmlns:a16="http://schemas.microsoft.com/office/drawing/2014/main" id="{5CF9A43B-B0AB-4268-B57A-2BDA987E4FCA}"/>
              </a:ext>
            </a:extLst>
          </p:cNvPr>
          <p:cNvPicPr>
            <a:picLocks noChangeAspect="1"/>
          </p:cNvPicPr>
          <p:nvPr/>
        </p:nvPicPr>
        <p:blipFill rotWithShape="1">
          <a:blip r:embed="rId9">
            <a:extLst>
              <a:ext uri="{BEBA8EAE-BF5A-486C-A8C5-ECC9F3942E4B}">
                <a14:imgProps xmlns:a14="http://schemas.microsoft.com/office/drawing/2010/main">
                  <a14:imgLayer r:embed="rId10">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p:blipFill>
        <p:spPr>
          <a:xfrm>
            <a:off x="15852954" y="1387679"/>
            <a:ext cx="433852" cy="291979"/>
          </a:xfrm>
          <a:prstGeom prst="rect">
            <a:avLst/>
          </a:prstGeom>
        </p:spPr>
      </p:pic>
      <p:pic>
        <p:nvPicPr>
          <p:cNvPr id="62" name="Picture 61">
            <a:extLst>
              <a:ext uri="{FF2B5EF4-FFF2-40B4-BE49-F238E27FC236}">
                <a16:creationId xmlns:a16="http://schemas.microsoft.com/office/drawing/2014/main" id="{F9B3BF9E-2171-4E94-ABD0-5415A282C8A6}"/>
              </a:ext>
            </a:extLst>
          </p:cNvPr>
          <p:cNvPicPr>
            <a:picLocks noChangeAspect="1"/>
          </p:cNvPicPr>
          <p:nvPr/>
        </p:nvPicPr>
        <p:blipFill rotWithShape="1">
          <a:blip r:embed="rId11">
            <a:extLst>
              <a:ext uri="{BEBA8EAE-BF5A-486C-A8C5-ECC9F3942E4B}">
                <a14:imgProps xmlns:a14="http://schemas.microsoft.com/office/drawing/2010/main">
                  <a14:imgLayer r:embed="rId10">
                    <a14:imgEffect>
                      <a14:backgroundRemoval t="49171" b="80930" l="4380" r="9220"/>
                    </a14:imgEffect>
                  </a14:imgLayer>
                </a14:imgProps>
              </a:ext>
            </a:extLst>
          </a:blip>
          <a:srcRect l="3775" t="45201" r="90175" b="15100"/>
          <a:stretch/>
        </p:blipFill>
        <p:spPr>
          <a:xfrm>
            <a:off x="13040210" y="1318170"/>
            <a:ext cx="342859" cy="412985"/>
          </a:xfrm>
          <a:prstGeom prst="rect">
            <a:avLst/>
          </a:prstGeom>
        </p:spPr>
      </p:pic>
      <p:pic>
        <p:nvPicPr>
          <p:cNvPr id="63" name="Picture 62">
            <a:extLst>
              <a:ext uri="{FF2B5EF4-FFF2-40B4-BE49-F238E27FC236}">
                <a16:creationId xmlns:a16="http://schemas.microsoft.com/office/drawing/2014/main" id="{13A95A10-4F41-47FD-94F7-604154C4102E}"/>
              </a:ext>
            </a:extLst>
          </p:cNvPr>
          <p:cNvPicPr>
            <a:picLocks noChangeAspect="1"/>
          </p:cNvPicPr>
          <p:nvPr/>
        </p:nvPicPr>
        <p:blipFill rotWithShape="1">
          <a:blip r:embed="rId12">
            <a:extLst>
              <a:ext uri="{BEBA8EAE-BF5A-486C-A8C5-ECC9F3942E4B}">
                <a14:imgProps xmlns:a14="http://schemas.microsoft.com/office/drawing/2010/main">
                  <a14:imgLayer r:embed="rId10">
                    <a14:imgEffect>
                      <a14:backgroundRemoval t="47442" b="78598" l="77829" r="84606"/>
                    </a14:imgEffect>
                  </a14:imgLayer>
                </a14:imgProps>
              </a:ext>
            </a:extLst>
          </a:blip>
          <a:srcRect l="76982" t="43547" r="14547" b="17508"/>
          <a:stretch/>
        </p:blipFill>
        <p:spPr>
          <a:xfrm>
            <a:off x="16286806" y="1341588"/>
            <a:ext cx="433852" cy="366148"/>
          </a:xfrm>
          <a:prstGeom prst="rect">
            <a:avLst/>
          </a:prstGeom>
        </p:spPr>
      </p:pic>
      <p:pic>
        <p:nvPicPr>
          <p:cNvPr id="64" name="Picture 63">
            <a:extLst>
              <a:ext uri="{FF2B5EF4-FFF2-40B4-BE49-F238E27FC236}">
                <a16:creationId xmlns:a16="http://schemas.microsoft.com/office/drawing/2014/main" id="{2239E79D-9E58-4DFF-B788-12CA8A375E01}"/>
              </a:ext>
            </a:extLst>
          </p:cNvPr>
          <p:cNvPicPr>
            <a:picLocks noChangeAspect="1"/>
          </p:cNvPicPr>
          <p:nvPr/>
        </p:nvPicPr>
        <p:blipFill rotWithShape="1">
          <a:blip r:embed="rId13">
            <a:extLst>
              <a:ext uri="{BEBA8EAE-BF5A-486C-A8C5-ECC9F3942E4B}">
                <a14:imgProps xmlns:a14="http://schemas.microsoft.com/office/drawing/2010/main">
                  <a14:imgLayer r:embed="rId10">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p:blipFill>
        <p:spPr>
          <a:xfrm>
            <a:off x="16720658" y="1341588"/>
            <a:ext cx="387108" cy="366148"/>
          </a:xfrm>
          <a:prstGeom prst="rect">
            <a:avLst/>
          </a:prstGeom>
        </p:spPr>
      </p:pic>
      <p:sp>
        <p:nvSpPr>
          <p:cNvPr id="65" name="TextBox 64">
            <a:extLst>
              <a:ext uri="{FF2B5EF4-FFF2-40B4-BE49-F238E27FC236}">
                <a16:creationId xmlns:a16="http://schemas.microsoft.com/office/drawing/2014/main" id="{29A05616-563A-4781-A6F1-AB7595592B4E}"/>
              </a:ext>
            </a:extLst>
          </p:cNvPr>
          <p:cNvSpPr txBox="1"/>
          <p:nvPr/>
        </p:nvSpPr>
        <p:spPr>
          <a:xfrm>
            <a:off x="13345796" y="1326508"/>
            <a:ext cx="1469292" cy="369332"/>
          </a:xfrm>
          <a:prstGeom prst="rect">
            <a:avLst/>
          </a:prstGeom>
          <a:noFill/>
        </p:spPr>
        <p:txBody>
          <a:bodyPr wrap="square" rtlCol="0">
            <a:spAutoFit/>
          </a:bodyPr>
          <a:lstStyle/>
          <a:p>
            <a:r>
              <a:rPr lang="en-US">
                <a:solidFill>
                  <a:schemeClr val="bg1"/>
                </a:solidFill>
                <a:latin typeface="Times New Roman" panose="02020603050405020304" pitchFamily="18" charset="0"/>
                <a:cs typeface="Times New Roman" panose="02020603050405020304" pitchFamily="18" charset="0"/>
              </a:rPr>
              <a:t>Nội dung 3</a:t>
            </a:r>
            <a:endParaRPr lang="vi-VN">
              <a:solidFill>
                <a:schemeClr val="bg1"/>
              </a:solidFill>
              <a:latin typeface="Times New Roman" panose="02020603050405020304" pitchFamily="18" charset="0"/>
              <a:cs typeface="Times New Roman" panose="02020603050405020304" pitchFamily="18" charset="0"/>
            </a:endParaRPr>
          </a:p>
        </p:txBody>
      </p:sp>
      <p:sp>
        <p:nvSpPr>
          <p:cNvPr id="66" name="Oval 65">
            <a:extLst>
              <a:ext uri="{FF2B5EF4-FFF2-40B4-BE49-F238E27FC236}">
                <a16:creationId xmlns:a16="http://schemas.microsoft.com/office/drawing/2014/main" id="{36452C75-8C1B-442D-9D08-C5FEBD613438}"/>
              </a:ext>
            </a:extLst>
          </p:cNvPr>
          <p:cNvSpPr/>
          <p:nvPr/>
        </p:nvSpPr>
        <p:spPr>
          <a:xfrm>
            <a:off x="1472914" y="1436838"/>
            <a:ext cx="995680" cy="971973"/>
          </a:xfrm>
          <a:prstGeom prst="ellipse">
            <a:avLst/>
          </a:prstGeom>
          <a:blipFill dpi="0" rotWithShape="1">
            <a:blip r:embed="rId14">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7" name="Oval 66">
            <a:extLst>
              <a:ext uri="{FF2B5EF4-FFF2-40B4-BE49-F238E27FC236}">
                <a16:creationId xmlns:a16="http://schemas.microsoft.com/office/drawing/2014/main" id="{AA23489A-5084-4066-BFB4-8B8E8F5D7267}"/>
              </a:ext>
            </a:extLst>
          </p:cNvPr>
          <p:cNvSpPr/>
          <p:nvPr/>
        </p:nvSpPr>
        <p:spPr>
          <a:xfrm>
            <a:off x="2075842" y="4351987"/>
            <a:ext cx="995680" cy="971973"/>
          </a:xfrm>
          <a:prstGeom prst="ellipse">
            <a:avLst/>
          </a:prstGeom>
          <a:blipFill dpi="0" rotWithShape="1">
            <a:blip r:embed="rId14">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8" name="Oval 67">
            <a:extLst>
              <a:ext uri="{FF2B5EF4-FFF2-40B4-BE49-F238E27FC236}">
                <a16:creationId xmlns:a16="http://schemas.microsoft.com/office/drawing/2014/main" id="{E1E9BF8F-AFEC-427E-934D-29A9F9BCE25C}"/>
              </a:ext>
            </a:extLst>
          </p:cNvPr>
          <p:cNvSpPr/>
          <p:nvPr/>
        </p:nvSpPr>
        <p:spPr>
          <a:xfrm>
            <a:off x="7529225" y="4722712"/>
            <a:ext cx="995680" cy="971973"/>
          </a:xfrm>
          <a:prstGeom prst="ellipse">
            <a:avLst/>
          </a:prstGeom>
          <a:blipFill dpi="0" rotWithShape="1">
            <a:blip r:embed="rId14">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69" name="Oval 68">
            <a:extLst>
              <a:ext uri="{FF2B5EF4-FFF2-40B4-BE49-F238E27FC236}">
                <a16:creationId xmlns:a16="http://schemas.microsoft.com/office/drawing/2014/main" id="{E9D94B07-B10B-4BC4-B446-C76ACB2C0ABA}"/>
              </a:ext>
            </a:extLst>
          </p:cNvPr>
          <p:cNvSpPr/>
          <p:nvPr/>
        </p:nvSpPr>
        <p:spPr>
          <a:xfrm>
            <a:off x="9484555" y="1474009"/>
            <a:ext cx="995680" cy="971973"/>
          </a:xfrm>
          <a:prstGeom prst="ellipse">
            <a:avLst/>
          </a:prstGeom>
          <a:blipFill dpi="0" rotWithShape="1">
            <a:blip r:embed="rId14">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70" name="Picture 69">
            <a:extLst>
              <a:ext uri="{FF2B5EF4-FFF2-40B4-BE49-F238E27FC236}">
                <a16:creationId xmlns:a16="http://schemas.microsoft.com/office/drawing/2014/main" id="{C9C2E615-89BC-4F85-B24A-DD725DD2D524}"/>
              </a:ext>
            </a:extLst>
          </p:cNvPr>
          <p:cNvPicPr>
            <a:picLocks noChangeAspect="1"/>
          </p:cNvPicPr>
          <p:nvPr/>
        </p:nvPicPr>
        <p:blipFill>
          <a:blip r:embed="rId15">
            <a:duotone>
              <a:prstClr val="black"/>
              <a:schemeClr val="bg1">
                <a:tint val="45000"/>
                <a:satMod val="400000"/>
              </a:schemeClr>
            </a:duotone>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088399" y="2028001"/>
            <a:ext cx="1241415" cy="775884"/>
          </a:xfrm>
          <a:prstGeom prst="rect">
            <a:avLst/>
          </a:prstGeom>
        </p:spPr>
      </p:pic>
      <p:pic>
        <p:nvPicPr>
          <p:cNvPr id="71" name="Picture 70">
            <a:extLst>
              <a:ext uri="{FF2B5EF4-FFF2-40B4-BE49-F238E27FC236}">
                <a16:creationId xmlns:a16="http://schemas.microsoft.com/office/drawing/2014/main" id="{FA523102-33DD-4D66-90F5-CA2953A63251}"/>
              </a:ext>
            </a:extLst>
          </p:cNvPr>
          <p:cNvPicPr>
            <a:picLocks noChangeAspect="1"/>
          </p:cNvPicPr>
          <p:nvPr/>
        </p:nvPicPr>
        <p:blipFill>
          <a:blip r:embed="rId15">
            <a:duotone>
              <a:prstClr val="black"/>
              <a:schemeClr val="bg1">
                <a:tint val="45000"/>
                <a:satMod val="400000"/>
              </a:schemeClr>
            </a:duotone>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750317" y="3669314"/>
            <a:ext cx="1013485" cy="633428"/>
          </a:xfrm>
          <a:prstGeom prst="rect">
            <a:avLst/>
          </a:prstGeom>
        </p:spPr>
      </p:pic>
    </p:spTree>
    <p:extLst>
      <p:ext uri="{BB962C8B-B14F-4D97-AF65-F5344CB8AC3E}">
        <p14:creationId xmlns:p14="http://schemas.microsoft.com/office/powerpoint/2010/main" val="594777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a:extLst>
            <a:ext uri="{FF2B5EF4-FFF2-40B4-BE49-F238E27FC236}">
              <a16:creationId xmlns:a16="http://schemas.microsoft.com/office/drawing/2014/main" id="{AD5CA9CC-C453-32E0-2043-58F1A52461A1}"/>
            </a:ext>
          </a:extLst>
        </p:cNvPr>
        <p:cNvGrpSpPr/>
        <p:nvPr/>
      </p:nvGrpSpPr>
      <p:grpSpPr>
        <a:xfrm>
          <a:off x="0" y="0"/>
          <a:ext cx="0" cy="0"/>
          <a:chOff x="0" y="0"/>
          <a:chExt cx="0" cy="0"/>
        </a:xfrm>
      </p:grpSpPr>
      <p:sp>
        <p:nvSpPr>
          <p:cNvPr id="29" name="Rectangle: Folded Corner 28">
            <a:extLst>
              <a:ext uri="{FF2B5EF4-FFF2-40B4-BE49-F238E27FC236}">
                <a16:creationId xmlns:a16="http://schemas.microsoft.com/office/drawing/2014/main" id="{8140C577-B7BB-1CCB-3469-12DA8515C897}"/>
              </a:ext>
            </a:extLst>
          </p:cNvPr>
          <p:cNvSpPr/>
          <p:nvPr/>
        </p:nvSpPr>
        <p:spPr>
          <a:xfrm rot="16200000">
            <a:off x="2640046" y="-1956707"/>
            <a:ext cx="6060183" cy="10272176"/>
          </a:xfrm>
          <a:prstGeom prst="foldedCorner">
            <a:avLst>
              <a:gd name="adj" fmla="val 22624"/>
            </a:avLst>
          </a:prstGeom>
          <a:solidFill>
            <a:srgbClr val="34A853">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DD813F5B-5E37-A180-4A42-FE274CE7D41F}"/>
              </a:ext>
            </a:extLst>
          </p:cNvPr>
          <p:cNvSpPr txBox="1"/>
          <p:nvPr/>
        </p:nvSpPr>
        <p:spPr>
          <a:xfrm>
            <a:off x="476864" y="251936"/>
            <a:ext cx="6685936" cy="584775"/>
          </a:xfrm>
          <a:prstGeom prst="rect">
            <a:avLst/>
          </a:prstGeom>
          <a:noFill/>
        </p:spPr>
        <p:txBody>
          <a:bodyPr wrap="square" rtlCol="0">
            <a:spAutoFit/>
          </a:bodyPr>
          <a:lstStyle/>
          <a:p>
            <a:r>
              <a:rPr lang="vi-VN" sz="3200" b="1" dirty="0">
                <a:solidFill>
                  <a:schemeClr val="bg1"/>
                </a:solidFill>
                <a:latin typeface="Times New Roman" panose="02020603050405020304" pitchFamily="18" charset="0"/>
                <a:cs typeface="Times New Roman" panose="02020603050405020304" pitchFamily="18" charset="0"/>
              </a:rPr>
              <a:t>3, Chức năng đã hoàn thiện</a:t>
            </a:r>
          </a:p>
        </p:txBody>
      </p:sp>
      <p:grpSp>
        <p:nvGrpSpPr>
          <p:cNvPr id="99" name="Group 98">
            <a:extLst>
              <a:ext uri="{FF2B5EF4-FFF2-40B4-BE49-F238E27FC236}">
                <a16:creationId xmlns:a16="http://schemas.microsoft.com/office/drawing/2014/main" id="{921909F8-5AFD-12D8-707E-DD193B69E497}"/>
              </a:ext>
            </a:extLst>
          </p:cNvPr>
          <p:cNvGrpSpPr/>
          <p:nvPr/>
        </p:nvGrpSpPr>
        <p:grpSpPr>
          <a:xfrm rot="5400000" flipV="1">
            <a:off x="-3375115" y="3352257"/>
            <a:ext cx="6858002" cy="153487"/>
            <a:chOff x="-1" y="6732587"/>
            <a:chExt cx="12192000" cy="127731"/>
          </a:xfrm>
        </p:grpSpPr>
        <p:sp>
          <p:nvSpPr>
            <p:cNvPr id="100" name="Rectangle 99">
              <a:extLst>
                <a:ext uri="{FF2B5EF4-FFF2-40B4-BE49-F238E27FC236}">
                  <a16:creationId xmlns:a16="http://schemas.microsoft.com/office/drawing/2014/main" id="{52EC322E-CCBD-8042-FBC3-59F4391B4BCE}"/>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1" name="Rectangle 100">
              <a:extLst>
                <a:ext uri="{FF2B5EF4-FFF2-40B4-BE49-F238E27FC236}">
                  <a16:creationId xmlns:a16="http://schemas.microsoft.com/office/drawing/2014/main" id="{E945844C-2A33-30BD-E250-E9F074E7A020}"/>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2" name="Rectangle 101">
              <a:extLst>
                <a:ext uri="{FF2B5EF4-FFF2-40B4-BE49-F238E27FC236}">
                  <a16:creationId xmlns:a16="http://schemas.microsoft.com/office/drawing/2014/main" id="{7640195F-8181-25AE-F726-DB1A4F5B8A90}"/>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sp>
          <p:nvSpPr>
            <p:cNvPr id="103" name="Rectangle 102">
              <a:extLst>
                <a:ext uri="{FF2B5EF4-FFF2-40B4-BE49-F238E27FC236}">
                  <a16:creationId xmlns:a16="http://schemas.microsoft.com/office/drawing/2014/main" id="{BD4993C3-3814-5F4E-05D0-A715CA7F3EA2}"/>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Times New Roman" panose="02020603050405020304" pitchFamily="18" charset="0"/>
                <a:cs typeface="Times New Roman" panose="02020603050405020304" pitchFamily="18" charset="0"/>
              </a:endParaRPr>
            </a:p>
          </p:txBody>
        </p:sp>
      </p:grpSp>
      <p:sp>
        <p:nvSpPr>
          <p:cNvPr id="43" name="Oval 42">
            <a:extLst>
              <a:ext uri="{FF2B5EF4-FFF2-40B4-BE49-F238E27FC236}">
                <a16:creationId xmlns:a16="http://schemas.microsoft.com/office/drawing/2014/main" id="{4D3D765A-229E-A0F3-1B9E-6874BD2ECFD8}"/>
              </a:ext>
            </a:extLst>
          </p:cNvPr>
          <p:cNvSpPr/>
          <p:nvPr/>
        </p:nvSpPr>
        <p:spPr>
          <a:xfrm>
            <a:off x="1385774" y="5731585"/>
            <a:ext cx="559777" cy="530368"/>
          </a:xfrm>
          <a:prstGeom prst="ellipse">
            <a:avLst/>
          </a:prstGeom>
          <a:blipFill dpi="0" rotWithShape="1">
            <a:blip r:embed="rId2">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id="{198D028D-1EB2-4BB1-CF07-136A5E19345D}"/>
              </a:ext>
            </a:extLst>
          </p:cNvPr>
          <p:cNvSpPr/>
          <p:nvPr/>
        </p:nvSpPr>
        <p:spPr>
          <a:xfrm>
            <a:off x="2166327" y="5731585"/>
            <a:ext cx="559777" cy="533110"/>
          </a:xfrm>
          <a:prstGeom prst="ellipse">
            <a:avLst/>
          </a:prstGeom>
          <a:blipFill dpi="0" rotWithShape="1">
            <a:blip r:embed="rId2">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id="{8B7740A3-E8A6-01EE-260D-AED3364A1F82}"/>
              </a:ext>
            </a:extLst>
          </p:cNvPr>
          <p:cNvSpPr/>
          <p:nvPr/>
        </p:nvSpPr>
        <p:spPr>
          <a:xfrm>
            <a:off x="605221" y="5731585"/>
            <a:ext cx="559777" cy="530368"/>
          </a:xfrm>
          <a:prstGeom prst="ellipse">
            <a:avLst/>
          </a:prstGeom>
          <a:blipFill dpi="0" rotWithShape="1">
            <a:blip r:embed="rId2">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48" name="Picture 47">
            <a:extLst>
              <a:ext uri="{FF2B5EF4-FFF2-40B4-BE49-F238E27FC236}">
                <a16:creationId xmlns:a16="http://schemas.microsoft.com/office/drawing/2014/main" id="{2722D15E-77F8-15B7-6679-E06F4CFA6DF7}"/>
              </a:ext>
            </a:extLst>
          </p:cNvPr>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10806226" y="5540089"/>
            <a:ext cx="1741533" cy="1088458"/>
          </a:xfrm>
          <a:prstGeom prst="rect">
            <a:avLst/>
          </a:prstGeom>
        </p:spPr>
      </p:pic>
      <p:sp>
        <p:nvSpPr>
          <p:cNvPr id="65" name="Oval 64">
            <a:extLst>
              <a:ext uri="{FF2B5EF4-FFF2-40B4-BE49-F238E27FC236}">
                <a16:creationId xmlns:a16="http://schemas.microsoft.com/office/drawing/2014/main" id="{7883C456-DC25-3533-52D3-C98CB6776E07}"/>
              </a:ext>
            </a:extLst>
          </p:cNvPr>
          <p:cNvSpPr/>
          <p:nvPr/>
        </p:nvSpPr>
        <p:spPr>
          <a:xfrm>
            <a:off x="11451056" y="1430606"/>
            <a:ext cx="559777" cy="530368"/>
          </a:xfrm>
          <a:prstGeom prst="ellipse">
            <a:avLst/>
          </a:prstGeom>
          <a:blipFill dpi="0" rotWithShape="1">
            <a:blip r:embed="rId2">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latin typeface="Times New Roman" panose="02020603050405020304" pitchFamily="18" charset="0"/>
              <a:cs typeface="Times New Roman" panose="02020603050405020304" pitchFamily="18" charset="0"/>
            </a:endParaRPr>
          </a:p>
        </p:txBody>
      </p:sp>
      <p:pic>
        <p:nvPicPr>
          <p:cNvPr id="6" name="Hình ảnh 5">
            <a:extLst>
              <a:ext uri="{FF2B5EF4-FFF2-40B4-BE49-F238E27FC236}">
                <a16:creationId xmlns:a16="http://schemas.microsoft.com/office/drawing/2014/main" id="{A000D462-C070-E4DF-57C7-30AA66AE8478}"/>
              </a:ext>
            </a:extLst>
          </p:cNvPr>
          <p:cNvPicPr>
            <a:picLocks noChangeAspect="1"/>
          </p:cNvPicPr>
          <p:nvPr/>
        </p:nvPicPr>
        <p:blipFill>
          <a:blip r:embed="rId5"/>
          <a:srcRect l="35659" t="14397" r="35956" b="9797"/>
          <a:stretch>
            <a:fillRect/>
          </a:stretch>
        </p:blipFill>
        <p:spPr>
          <a:xfrm>
            <a:off x="7521799" y="939357"/>
            <a:ext cx="2967434" cy="4457707"/>
          </a:xfrm>
          <a:prstGeom prst="rect">
            <a:avLst/>
          </a:prstGeom>
        </p:spPr>
      </p:pic>
      <p:pic>
        <p:nvPicPr>
          <p:cNvPr id="7" name="Hình ảnh 6">
            <a:extLst>
              <a:ext uri="{FF2B5EF4-FFF2-40B4-BE49-F238E27FC236}">
                <a16:creationId xmlns:a16="http://schemas.microsoft.com/office/drawing/2014/main" id="{65EC622A-1109-2FC1-15AD-DCCB8CE53C4E}"/>
              </a:ext>
            </a:extLst>
          </p:cNvPr>
          <p:cNvPicPr>
            <a:picLocks noChangeAspect="1"/>
          </p:cNvPicPr>
          <p:nvPr/>
        </p:nvPicPr>
        <p:blipFill>
          <a:blip r:embed="rId5"/>
          <a:srcRect l="35659" t="14397" r="35956" b="9797"/>
          <a:stretch>
            <a:fillRect/>
          </a:stretch>
        </p:blipFill>
        <p:spPr>
          <a:xfrm>
            <a:off x="4125626" y="939356"/>
            <a:ext cx="2967434" cy="4457707"/>
          </a:xfrm>
          <a:prstGeom prst="rect">
            <a:avLst/>
          </a:prstGeom>
        </p:spPr>
      </p:pic>
      <p:pic>
        <p:nvPicPr>
          <p:cNvPr id="8" name="Hình ảnh 7">
            <a:extLst>
              <a:ext uri="{FF2B5EF4-FFF2-40B4-BE49-F238E27FC236}">
                <a16:creationId xmlns:a16="http://schemas.microsoft.com/office/drawing/2014/main" id="{5E94D94A-2D13-CD11-D06B-17270DABA6FF}"/>
              </a:ext>
            </a:extLst>
          </p:cNvPr>
          <p:cNvPicPr>
            <a:picLocks noChangeAspect="1"/>
          </p:cNvPicPr>
          <p:nvPr/>
        </p:nvPicPr>
        <p:blipFill>
          <a:blip r:embed="rId5"/>
          <a:srcRect l="35659" t="14397" r="35956" b="9797"/>
          <a:stretch>
            <a:fillRect/>
          </a:stretch>
        </p:blipFill>
        <p:spPr>
          <a:xfrm>
            <a:off x="754773" y="950527"/>
            <a:ext cx="2967434" cy="4457707"/>
          </a:xfrm>
          <a:prstGeom prst="rect">
            <a:avLst/>
          </a:prstGeom>
        </p:spPr>
      </p:pic>
    </p:spTree>
    <p:extLst>
      <p:ext uri="{BB962C8B-B14F-4D97-AF65-F5344CB8AC3E}">
        <p14:creationId xmlns:p14="http://schemas.microsoft.com/office/powerpoint/2010/main" val="4005427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D54D1646-A91C-4BE6-9F23-DA3B1060E9DC}"/>
              </a:ext>
            </a:extLst>
          </p:cNvPr>
          <p:cNvSpPr/>
          <p:nvPr/>
        </p:nvSpPr>
        <p:spPr>
          <a:xfrm>
            <a:off x="127845" y="0"/>
            <a:ext cx="12064155" cy="1137322"/>
          </a:xfrm>
          <a:prstGeom prst="rect">
            <a:avLst/>
          </a:prstGeom>
          <a:solidFill>
            <a:srgbClr val="3535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1" name="Oval 90">
            <a:extLst>
              <a:ext uri="{FF2B5EF4-FFF2-40B4-BE49-F238E27FC236}">
                <a16:creationId xmlns:a16="http://schemas.microsoft.com/office/drawing/2014/main" id="{F09315AE-B91D-4C10-B9E2-63C447AB7A20}"/>
              </a:ext>
            </a:extLst>
          </p:cNvPr>
          <p:cNvSpPr/>
          <p:nvPr/>
        </p:nvSpPr>
        <p:spPr>
          <a:xfrm>
            <a:off x="10817067" y="343411"/>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2" name="Oval 91">
            <a:extLst>
              <a:ext uri="{FF2B5EF4-FFF2-40B4-BE49-F238E27FC236}">
                <a16:creationId xmlns:a16="http://schemas.microsoft.com/office/drawing/2014/main" id="{A8DC7BC3-DFC9-4F13-B9BB-A35B3AC1781D}"/>
              </a:ext>
            </a:extLst>
          </p:cNvPr>
          <p:cNvSpPr/>
          <p:nvPr/>
        </p:nvSpPr>
        <p:spPr>
          <a:xfrm>
            <a:off x="11257230" y="347271"/>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3" name="Oval 92">
            <a:extLst>
              <a:ext uri="{FF2B5EF4-FFF2-40B4-BE49-F238E27FC236}">
                <a16:creationId xmlns:a16="http://schemas.microsoft.com/office/drawing/2014/main" id="{34F40F07-0CD2-44D9-B144-0E81958A2541}"/>
              </a:ext>
            </a:extLst>
          </p:cNvPr>
          <p:cNvSpPr/>
          <p:nvPr/>
        </p:nvSpPr>
        <p:spPr>
          <a:xfrm>
            <a:off x="11668510" y="343411"/>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94" name="Group 93">
            <a:extLst>
              <a:ext uri="{FF2B5EF4-FFF2-40B4-BE49-F238E27FC236}">
                <a16:creationId xmlns:a16="http://schemas.microsoft.com/office/drawing/2014/main" id="{B5964683-818A-4A3A-B376-75B5E69908B4}"/>
              </a:ext>
            </a:extLst>
          </p:cNvPr>
          <p:cNvGrpSpPr/>
          <p:nvPr/>
        </p:nvGrpSpPr>
        <p:grpSpPr>
          <a:xfrm>
            <a:off x="3065043" y="346935"/>
            <a:ext cx="6654018" cy="550671"/>
            <a:chOff x="2768991" y="3077691"/>
            <a:chExt cx="6654018" cy="550671"/>
          </a:xfrm>
        </p:grpSpPr>
        <p:sp>
          <p:nvSpPr>
            <p:cNvPr id="95" name="Rectangle: Rounded Corners 94">
              <a:extLst>
                <a:ext uri="{FF2B5EF4-FFF2-40B4-BE49-F238E27FC236}">
                  <a16:creationId xmlns:a16="http://schemas.microsoft.com/office/drawing/2014/main" id="{330EA7CB-CB61-4F78-9AEC-36B6C818D21C}"/>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6" name="Picture 95">
              <a:extLst>
                <a:ext uri="{FF2B5EF4-FFF2-40B4-BE49-F238E27FC236}">
                  <a16:creationId xmlns:a16="http://schemas.microsoft.com/office/drawing/2014/main" id="{FA15C952-1E4B-406F-9822-20CBBB04AC07}"/>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97" name="Picture 96" descr="Icon&#10;&#10;Description automatically generated">
              <a:extLst>
                <a:ext uri="{FF2B5EF4-FFF2-40B4-BE49-F238E27FC236}">
                  <a16:creationId xmlns:a16="http://schemas.microsoft.com/office/drawing/2014/main" id="{DF2CB1DB-4813-4A7E-A1A0-B58DC5CCE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sp>
        <p:nvSpPr>
          <p:cNvPr id="98" name="TextBox 97">
            <a:extLst>
              <a:ext uri="{FF2B5EF4-FFF2-40B4-BE49-F238E27FC236}">
                <a16:creationId xmlns:a16="http://schemas.microsoft.com/office/drawing/2014/main" id="{4F721B6C-3A9E-4023-8FEF-F44E31DDC934}"/>
              </a:ext>
            </a:extLst>
          </p:cNvPr>
          <p:cNvSpPr txBox="1"/>
          <p:nvPr/>
        </p:nvSpPr>
        <p:spPr>
          <a:xfrm>
            <a:off x="3709886" y="436727"/>
            <a:ext cx="5300471" cy="369332"/>
          </a:xfrm>
          <a:prstGeom prst="rect">
            <a:avLst/>
          </a:prstGeom>
          <a:noFill/>
        </p:spPr>
        <p:txBody>
          <a:bodyPr wrap="square" rtlCol="0">
            <a:spAutoFit/>
          </a:bodyPr>
          <a:lstStyle/>
          <a:p>
            <a:r>
              <a:rPr lang="vi-VN" b="1" dirty="0">
                <a:solidFill>
                  <a:schemeClr val="accent4"/>
                </a:solidFill>
                <a:latin typeface="Times New Roman" panose="02020603050405020304" pitchFamily="18" charset="0"/>
                <a:cs typeface="Times New Roman" panose="02020603050405020304" pitchFamily="18" charset="0"/>
              </a:rPr>
              <a:t>https://Work Hub.com</a:t>
            </a:r>
            <a:endParaRPr lang="en-PH" b="1" dirty="0">
              <a:solidFill>
                <a:schemeClr val="accent4"/>
              </a:solidFill>
              <a:latin typeface="Times New Roman" panose="02020603050405020304" pitchFamily="18" charset="0"/>
              <a:cs typeface="Times New Roman" panose="02020603050405020304" pitchFamily="18" charset="0"/>
            </a:endParaRPr>
          </a:p>
        </p:txBody>
      </p:sp>
      <p:grpSp>
        <p:nvGrpSpPr>
          <p:cNvPr id="99" name="Group 98">
            <a:extLst>
              <a:ext uri="{FF2B5EF4-FFF2-40B4-BE49-F238E27FC236}">
                <a16:creationId xmlns:a16="http://schemas.microsoft.com/office/drawing/2014/main" id="{338757BF-A980-448E-8EB4-0ABB9447EC48}"/>
              </a:ext>
            </a:extLst>
          </p:cNvPr>
          <p:cNvGrpSpPr/>
          <p:nvPr/>
        </p:nvGrpSpPr>
        <p:grpSpPr>
          <a:xfrm rot="5400000" flipV="1">
            <a:off x="-3375115" y="3352257"/>
            <a:ext cx="6858002" cy="153487"/>
            <a:chOff x="-1" y="6732587"/>
            <a:chExt cx="12192000" cy="127731"/>
          </a:xfrm>
        </p:grpSpPr>
        <p:sp>
          <p:nvSpPr>
            <p:cNvPr id="100" name="Rectangle 99">
              <a:extLst>
                <a:ext uri="{FF2B5EF4-FFF2-40B4-BE49-F238E27FC236}">
                  <a16:creationId xmlns:a16="http://schemas.microsoft.com/office/drawing/2014/main" id="{83643E7B-E266-4AA6-BE87-1035475BC9DA}"/>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1" name="Rectangle 100">
              <a:extLst>
                <a:ext uri="{FF2B5EF4-FFF2-40B4-BE49-F238E27FC236}">
                  <a16:creationId xmlns:a16="http://schemas.microsoft.com/office/drawing/2014/main" id="{8CDA6551-9CD6-4BC2-8067-6AB4081146FD}"/>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2" name="Rectangle 101">
              <a:extLst>
                <a:ext uri="{FF2B5EF4-FFF2-40B4-BE49-F238E27FC236}">
                  <a16:creationId xmlns:a16="http://schemas.microsoft.com/office/drawing/2014/main" id="{2541E02F-ADB0-4722-AFAA-0EB46E99C1B9}"/>
                </a:ext>
              </a:extLst>
            </p:cNvPr>
            <p:cNvSpPr/>
            <p:nvPr/>
          </p:nvSpPr>
          <p:spPr>
            <a:xfrm>
              <a:off x="6081915" y="6732587"/>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3" name="Rectangle 102">
              <a:extLst>
                <a:ext uri="{FF2B5EF4-FFF2-40B4-BE49-F238E27FC236}">
                  <a16:creationId xmlns:a16="http://schemas.microsoft.com/office/drawing/2014/main" id="{1A752373-EB11-4A0A-B9F5-873A7A643245}"/>
                </a:ext>
              </a:extLst>
            </p:cNvPr>
            <p:cNvSpPr/>
            <p:nvPr/>
          </p:nvSpPr>
          <p:spPr>
            <a:xfrm>
              <a:off x="8918882" y="6735341"/>
              <a:ext cx="3273117" cy="122660"/>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pic>
        <p:nvPicPr>
          <p:cNvPr id="104" name="Picture 103" descr="Chart, logo, company name, bubble chart&#10;&#10;Description automatically generated">
            <a:extLst>
              <a:ext uri="{FF2B5EF4-FFF2-40B4-BE49-F238E27FC236}">
                <a16:creationId xmlns:a16="http://schemas.microsoft.com/office/drawing/2014/main" id="{D02C22A8-6153-49C6-9586-22B116ECBD19}"/>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9828722" y="386390"/>
            <a:ext cx="609591" cy="494614"/>
          </a:xfrm>
          <a:prstGeom prst="rect">
            <a:avLst/>
          </a:prstGeom>
        </p:spPr>
      </p:pic>
      <p:sp>
        <p:nvSpPr>
          <p:cNvPr id="7" name="Rectangle: Rounded Corners 6">
            <a:extLst>
              <a:ext uri="{FF2B5EF4-FFF2-40B4-BE49-F238E27FC236}">
                <a16:creationId xmlns:a16="http://schemas.microsoft.com/office/drawing/2014/main" id="{25BA52ED-3B26-4AE3-B706-A73ED0895E04}"/>
              </a:ext>
            </a:extLst>
          </p:cNvPr>
          <p:cNvSpPr/>
          <p:nvPr/>
        </p:nvSpPr>
        <p:spPr>
          <a:xfrm>
            <a:off x="389996" y="7311882"/>
            <a:ext cx="11554285" cy="5052532"/>
          </a:xfrm>
          <a:prstGeom prst="roundRect">
            <a:avLst>
              <a:gd name="adj" fmla="val 34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ectangle: Top Corners Rounded 8">
            <a:extLst>
              <a:ext uri="{FF2B5EF4-FFF2-40B4-BE49-F238E27FC236}">
                <a16:creationId xmlns:a16="http://schemas.microsoft.com/office/drawing/2014/main" id="{7E47170E-C976-460B-9EA2-9DD0EE3A282E}"/>
              </a:ext>
            </a:extLst>
          </p:cNvPr>
          <p:cNvSpPr/>
          <p:nvPr/>
        </p:nvSpPr>
        <p:spPr>
          <a:xfrm>
            <a:off x="389996" y="7308342"/>
            <a:ext cx="11554285" cy="569679"/>
          </a:xfrm>
          <a:prstGeom prst="round2SameRect">
            <a:avLst>
              <a:gd name="adj1" fmla="val 25629"/>
              <a:gd name="adj2" fmla="val 0"/>
            </a:avLst>
          </a:prstGeom>
          <a:solidFill>
            <a:srgbClr val="202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ectangle: Rounded Corners 9">
            <a:extLst>
              <a:ext uri="{FF2B5EF4-FFF2-40B4-BE49-F238E27FC236}">
                <a16:creationId xmlns:a16="http://schemas.microsoft.com/office/drawing/2014/main" id="{B368CA4E-F9D1-4EF6-856B-5209E8F1ABF6}"/>
              </a:ext>
            </a:extLst>
          </p:cNvPr>
          <p:cNvSpPr/>
          <p:nvPr/>
        </p:nvSpPr>
        <p:spPr>
          <a:xfrm>
            <a:off x="743022" y="11742265"/>
            <a:ext cx="1238178" cy="487429"/>
          </a:xfrm>
          <a:prstGeom prst="roundRect">
            <a:avLst>
              <a:gd name="adj" fmla="val 11130"/>
            </a:avLst>
          </a:prstGeom>
          <a:solidFill>
            <a:srgbClr val="1A7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latin typeface="SVN-Product Sans" panose="020B0403030502040203" pitchFamily="34" charset="0"/>
              </a:rPr>
              <a:t>Thuyết trình</a:t>
            </a:r>
            <a:endParaRPr lang="vi-VN" sz="1400">
              <a:latin typeface="SVN-Product Sans" panose="020B0403030502040203" pitchFamily="34" charset="0"/>
            </a:endParaRPr>
          </a:p>
        </p:txBody>
      </p:sp>
      <p:pic>
        <p:nvPicPr>
          <p:cNvPr id="12" name="Picture 11">
            <a:extLst>
              <a:ext uri="{FF2B5EF4-FFF2-40B4-BE49-F238E27FC236}">
                <a16:creationId xmlns:a16="http://schemas.microsoft.com/office/drawing/2014/main" id="{DBE286CA-3BB3-409F-AB07-5C02F39B51A3}"/>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52882" b="76895" l="66720" r="73269">
                        <a14:backgroundMark x1="70290" y1="63596" x2="70290" y2="63596"/>
                        <a14:backgroundMark x1="71659" y1="63158" x2="71659" y2="63158"/>
                      </a14:backgroundRemoval>
                    </a14:imgEffect>
                  </a14:imgLayer>
                </a14:imgProps>
              </a:ext>
            </a:extLst>
          </a:blip>
          <a:srcRect l="65901" t="49880" r="25912" b="20103"/>
          <a:stretch/>
        </p:blipFill>
        <p:spPr>
          <a:xfrm>
            <a:off x="10151346" y="7465956"/>
            <a:ext cx="567975" cy="304610"/>
          </a:xfrm>
          <a:prstGeom prst="rect">
            <a:avLst/>
          </a:prstGeom>
        </p:spPr>
      </p:pic>
      <p:pic>
        <p:nvPicPr>
          <p:cNvPr id="62" name="Picture 61">
            <a:extLst>
              <a:ext uri="{FF2B5EF4-FFF2-40B4-BE49-F238E27FC236}">
                <a16:creationId xmlns:a16="http://schemas.microsoft.com/office/drawing/2014/main" id="{20FF40B0-8C85-482A-BB93-22B41151E87C}"/>
              </a:ext>
            </a:extLst>
          </p:cNvPr>
          <p:cNvPicPr>
            <a:picLocks noChangeAspect="1"/>
          </p:cNvPicPr>
          <p:nvPr/>
        </p:nvPicPr>
        <p:blipFill rotWithShape="1">
          <a:blip r:embed="rId8">
            <a:extLst>
              <a:ext uri="{BEBA8EAE-BF5A-486C-A8C5-ECC9F3942E4B}">
                <a14:imgProps xmlns:a14="http://schemas.microsoft.com/office/drawing/2010/main">
                  <a14:imgLayer r:embed="rId7">
                    <a14:imgEffect>
                      <a14:backgroundRemoval t="49171" b="80930" l="4380" r="9220"/>
                    </a14:imgEffect>
                  </a14:imgLayer>
                </a14:imgProps>
              </a:ext>
            </a:extLst>
          </a:blip>
          <a:srcRect l="3775" t="45201" r="90175" b="15100"/>
          <a:stretch/>
        </p:blipFill>
        <p:spPr>
          <a:xfrm>
            <a:off x="531003" y="7331854"/>
            <a:ext cx="526880" cy="569678"/>
          </a:xfrm>
          <a:prstGeom prst="rect">
            <a:avLst/>
          </a:prstGeom>
        </p:spPr>
      </p:pic>
      <p:pic>
        <p:nvPicPr>
          <p:cNvPr id="63" name="Picture 62">
            <a:extLst>
              <a:ext uri="{FF2B5EF4-FFF2-40B4-BE49-F238E27FC236}">
                <a16:creationId xmlns:a16="http://schemas.microsoft.com/office/drawing/2014/main" id="{69971A2E-5FD9-4911-9FDD-AA5C14A5FFFF}"/>
              </a:ext>
            </a:extLst>
          </p:cNvPr>
          <p:cNvPicPr>
            <a:picLocks noChangeAspect="1"/>
          </p:cNvPicPr>
          <p:nvPr/>
        </p:nvPicPr>
        <p:blipFill rotWithShape="1">
          <a:blip r:embed="rId9">
            <a:extLst>
              <a:ext uri="{BEBA8EAE-BF5A-486C-A8C5-ECC9F3942E4B}">
                <a14:imgProps xmlns:a14="http://schemas.microsoft.com/office/drawing/2010/main">
                  <a14:imgLayer r:embed="rId7">
                    <a14:imgEffect>
                      <a14:backgroundRemoval t="47442" b="78598" l="77829" r="84606"/>
                    </a14:imgEffect>
                  </a14:imgLayer>
                </a14:imgProps>
              </a:ext>
            </a:extLst>
          </a:blip>
          <a:srcRect l="76982" t="43547" r="14547" b="17508"/>
          <a:stretch/>
        </p:blipFill>
        <p:spPr>
          <a:xfrm>
            <a:off x="10686422" y="7387723"/>
            <a:ext cx="613355" cy="413075"/>
          </a:xfrm>
          <a:prstGeom prst="rect">
            <a:avLst/>
          </a:prstGeom>
        </p:spPr>
      </p:pic>
      <p:pic>
        <p:nvPicPr>
          <p:cNvPr id="64" name="Picture 63">
            <a:extLst>
              <a:ext uri="{FF2B5EF4-FFF2-40B4-BE49-F238E27FC236}">
                <a16:creationId xmlns:a16="http://schemas.microsoft.com/office/drawing/2014/main" id="{E0B499A0-3787-40E5-B7A7-23F5C93F77B1}"/>
              </a:ext>
            </a:extLst>
          </p:cNvPr>
          <p:cNvPicPr>
            <a:picLocks noChangeAspect="1"/>
          </p:cNvPicPr>
          <p:nvPr/>
        </p:nvPicPr>
        <p:blipFill rotWithShape="1">
          <a:blip r:embed="rId10">
            <a:extLst>
              <a:ext uri="{BEBA8EAE-BF5A-486C-A8C5-ECC9F3942E4B}">
                <a14:imgProps xmlns:a14="http://schemas.microsoft.com/office/drawing/2010/main">
                  <a14:imgLayer r:embed="rId7">
                    <a14:imgEffect>
                      <a14:backgroundRemoval t="50439" b="75877" l="90660" r="98792">
                        <a14:foregroundMark x1="93639" y1="62281" x2="93639" y2="62281"/>
                        <a14:foregroundMark x1="94767" y1="64474" x2="94767" y2="64474"/>
                        <a14:foregroundMark x1="98792" y1="55263" x2="98792" y2="55263"/>
                        <a14:foregroundMark x1="91546" y1="63158" x2="91546" y2="63158"/>
                      </a14:backgroundRemoval>
                    </a14:imgEffect>
                  </a14:imgLayer>
                </a14:imgProps>
              </a:ext>
            </a:extLst>
          </a:blip>
          <a:srcRect l="90059" t="47630" r="3836" b="20915"/>
          <a:stretch/>
        </p:blipFill>
        <p:spPr>
          <a:xfrm>
            <a:off x="11214127" y="7387755"/>
            <a:ext cx="637747" cy="403957"/>
          </a:xfrm>
          <a:prstGeom prst="rect">
            <a:avLst/>
          </a:prstGeom>
        </p:spPr>
      </p:pic>
      <p:sp>
        <p:nvSpPr>
          <p:cNvPr id="13" name="TextBox 12">
            <a:extLst>
              <a:ext uri="{FF2B5EF4-FFF2-40B4-BE49-F238E27FC236}">
                <a16:creationId xmlns:a16="http://schemas.microsoft.com/office/drawing/2014/main" id="{22B29D24-DA19-4CC6-871E-364015FCC78A}"/>
              </a:ext>
            </a:extLst>
          </p:cNvPr>
          <p:cNvSpPr txBox="1"/>
          <p:nvPr/>
        </p:nvSpPr>
        <p:spPr>
          <a:xfrm>
            <a:off x="963282" y="7395618"/>
            <a:ext cx="3967800" cy="385309"/>
          </a:xfrm>
          <a:prstGeom prst="rect">
            <a:avLst/>
          </a:prstGeom>
          <a:noFill/>
        </p:spPr>
        <p:txBody>
          <a:bodyPr wrap="square" rtlCol="0">
            <a:spAutoFit/>
          </a:bodyPr>
          <a:lstStyle/>
          <a:p>
            <a:r>
              <a:rPr lang="en-US">
                <a:solidFill>
                  <a:schemeClr val="bg1"/>
                </a:solidFill>
                <a:latin typeface="SVN-Product Sans" panose="020B0403030502040203" pitchFamily="34" charset="0"/>
              </a:rPr>
              <a:t>Nội dung 3</a:t>
            </a:r>
            <a:endParaRPr lang="vi-VN">
              <a:solidFill>
                <a:schemeClr val="bg1"/>
              </a:solidFill>
              <a:latin typeface="SVN-Product Sans" panose="020B0403030502040203" pitchFamily="34" charset="0"/>
            </a:endParaRPr>
          </a:p>
        </p:txBody>
      </p:sp>
      <p:sp>
        <p:nvSpPr>
          <p:cNvPr id="65" name="Oval 64">
            <a:extLst>
              <a:ext uri="{FF2B5EF4-FFF2-40B4-BE49-F238E27FC236}">
                <a16:creationId xmlns:a16="http://schemas.microsoft.com/office/drawing/2014/main" id="{BF71E26A-1ECA-4600-B790-698E3E2FC63B}"/>
              </a:ext>
            </a:extLst>
          </p:cNvPr>
          <p:cNvSpPr/>
          <p:nvPr/>
        </p:nvSpPr>
        <p:spPr>
          <a:xfrm>
            <a:off x="498106" y="7985268"/>
            <a:ext cx="559777" cy="530368"/>
          </a:xfrm>
          <a:prstGeom prst="ellipse">
            <a:avLst/>
          </a:prstGeom>
          <a:blipFill dpi="0" rotWithShape="1">
            <a:blip r:embed="rId11">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5" name="TextBox 34">
            <a:extLst>
              <a:ext uri="{FF2B5EF4-FFF2-40B4-BE49-F238E27FC236}">
                <a16:creationId xmlns:a16="http://schemas.microsoft.com/office/drawing/2014/main" id="{9808EA57-B578-4FF6-A6BB-297E77B8632B}"/>
              </a:ext>
            </a:extLst>
          </p:cNvPr>
          <p:cNvSpPr txBox="1"/>
          <p:nvPr/>
        </p:nvSpPr>
        <p:spPr>
          <a:xfrm>
            <a:off x="963282" y="7941785"/>
            <a:ext cx="2745580" cy="646331"/>
          </a:xfrm>
          <a:prstGeom prst="rect">
            <a:avLst/>
          </a:prstGeom>
          <a:noFill/>
          <a:ln>
            <a:noFill/>
          </a:ln>
        </p:spPr>
        <p:txBody>
          <a:bodyPr wrap="square" rtlCol="0">
            <a:spAutoFit/>
          </a:bodyPr>
          <a:lstStyle/>
          <a:p>
            <a:pPr algn="ctr"/>
            <a:r>
              <a:rPr lang="en-PH" sz="3600" b="1">
                <a:solidFill>
                  <a:sysClr val="windowText" lastClr="000000"/>
                </a:solidFill>
                <a:latin typeface="SVN-Product Sans" panose="020B0403030502040203" pitchFamily="34" charset="0"/>
              </a:rPr>
              <a:t>Nội dung 3</a:t>
            </a:r>
            <a:endParaRPr lang="en-PH" sz="3600" b="1" dirty="0">
              <a:solidFill>
                <a:sysClr val="windowText" lastClr="000000"/>
              </a:solidFill>
              <a:latin typeface="SVN-Product Sans" panose="020B0403030502040203" pitchFamily="34" charset="0"/>
            </a:endParaRPr>
          </a:p>
        </p:txBody>
      </p:sp>
      <p:sp>
        <p:nvSpPr>
          <p:cNvPr id="34" name="Rectangle: Folded Corner 33">
            <a:extLst>
              <a:ext uri="{FF2B5EF4-FFF2-40B4-BE49-F238E27FC236}">
                <a16:creationId xmlns:a16="http://schemas.microsoft.com/office/drawing/2014/main" id="{010D8582-ED40-4D24-B253-4A44D69D9773}"/>
              </a:ext>
            </a:extLst>
          </p:cNvPr>
          <p:cNvSpPr/>
          <p:nvPr/>
        </p:nvSpPr>
        <p:spPr>
          <a:xfrm rot="10800000">
            <a:off x="3991238" y="2653283"/>
            <a:ext cx="4075284" cy="2066003"/>
          </a:xfrm>
          <a:prstGeom prst="foldedCorner">
            <a:avLst>
              <a:gd name="adj" fmla="val 50000"/>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36" name="TextBox 35">
            <a:extLst>
              <a:ext uri="{FF2B5EF4-FFF2-40B4-BE49-F238E27FC236}">
                <a16:creationId xmlns:a16="http://schemas.microsoft.com/office/drawing/2014/main" id="{E5FDEEA6-0F3B-4440-A629-D76EFD156637}"/>
              </a:ext>
            </a:extLst>
          </p:cNvPr>
          <p:cNvSpPr txBox="1"/>
          <p:nvPr/>
        </p:nvSpPr>
        <p:spPr>
          <a:xfrm>
            <a:off x="4784520" y="3015795"/>
            <a:ext cx="3309150" cy="1200329"/>
          </a:xfrm>
          <a:prstGeom prst="rect">
            <a:avLst/>
          </a:prstGeom>
          <a:noFill/>
        </p:spPr>
        <p:txBody>
          <a:bodyPr wrap="square" rtlCol="0">
            <a:spAutoFit/>
          </a:bodyPr>
          <a:lstStyle/>
          <a:p>
            <a:r>
              <a:rPr lang="vi-VN" sz="3600" b="1" dirty="0">
                <a:solidFill>
                  <a:schemeClr val="bg1"/>
                </a:solidFill>
                <a:latin typeface="Times New Roman" panose="02020603050405020304" pitchFamily="18" charset="0"/>
                <a:cs typeface="Times New Roman" panose="02020603050405020304" pitchFamily="18" charset="0"/>
              </a:rPr>
              <a:t>4, Chức năng đang phát triển </a:t>
            </a:r>
            <a:endParaRPr lang="en-PH" sz="3600" b="1" dirty="0">
              <a:solidFill>
                <a:schemeClr val="bg1"/>
              </a:solidFill>
              <a:latin typeface="Times New Roman" panose="02020603050405020304" pitchFamily="18" charset="0"/>
              <a:cs typeface="Times New Roman" panose="02020603050405020304" pitchFamily="18" charset="0"/>
            </a:endParaRPr>
          </a:p>
        </p:txBody>
      </p:sp>
      <p:pic>
        <p:nvPicPr>
          <p:cNvPr id="37" name="Graphic 36" descr="Director's Chair with solid fill">
            <a:extLst>
              <a:ext uri="{FF2B5EF4-FFF2-40B4-BE49-F238E27FC236}">
                <a16:creationId xmlns:a16="http://schemas.microsoft.com/office/drawing/2014/main" id="{68DA2914-AA75-4E42-819D-1EF6B33D0D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743564" y="5596665"/>
            <a:ext cx="914400" cy="914400"/>
          </a:xfrm>
          <a:prstGeom prst="rect">
            <a:avLst/>
          </a:prstGeom>
        </p:spPr>
      </p:pic>
      <p:pic>
        <p:nvPicPr>
          <p:cNvPr id="38" name="Graphic 37" descr="DVD player with solid fill">
            <a:extLst>
              <a:ext uri="{FF2B5EF4-FFF2-40B4-BE49-F238E27FC236}">
                <a16:creationId xmlns:a16="http://schemas.microsoft.com/office/drawing/2014/main" id="{9A89CEB5-C016-4C3D-BA12-67294CF8BC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534038" y="5754057"/>
            <a:ext cx="914400" cy="914400"/>
          </a:xfrm>
          <a:prstGeom prst="rect">
            <a:avLst/>
          </a:prstGeom>
        </p:spPr>
      </p:pic>
      <p:pic>
        <p:nvPicPr>
          <p:cNvPr id="43" name="Graphic 42" descr="3d Glasses with solid fill">
            <a:extLst>
              <a:ext uri="{FF2B5EF4-FFF2-40B4-BE49-F238E27FC236}">
                <a16:creationId xmlns:a16="http://schemas.microsoft.com/office/drawing/2014/main" id="{B7285F0A-BE14-4CD9-9A23-364289D76B4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13742" y="1320007"/>
            <a:ext cx="914400" cy="914400"/>
          </a:xfrm>
          <a:prstGeom prst="rect">
            <a:avLst/>
          </a:prstGeom>
        </p:spPr>
      </p:pic>
      <p:pic>
        <p:nvPicPr>
          <p:cNvPr id="44" name="Graphic 43" descr="Film reel with solid fill">
            <a:extLst>
              <a:ext uri="{FF2B5EF4-FFF2-40B4-BE49-F238E27FC236}">
                <a16:creationId xmlns:a16="http://schemas.microsoft.com/office/drawing/2014/main" id="{B2B1C9E7-515C-4056-AED1-1B1C4653DBE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827980" y="4156453"/>
            <a:ext cx="914400" cy="914400"/>
          </a:xfrm>
          <a:prstGeom prst="rect">
            <a:avLst/>
          </a:prstGeom>
        </p:spPr>
      </p:pic>
      <p:pic>
        <p:nvPicPr>
          <p:cNvPr id="45" name="Graphic 44" descr="Optical disc with solid fill">
            <a:extLst>
              <a:ext uri="{FF2B5EF4-FFF2-40B4-BE49-F238E27FC236}">
                <a16:creationId xmlns:a16="http://schemas.microsoft.com/office/drawing/2014/main" id="{20D91E79-FD84-4392-84A6-041B6D6E015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489982" y="4337016"/>
            <a:ext cx="914400" cy="914400"/>
          </a:xfrm>
          <a:prstGeom prst="rect">
            <a:avLst/>
          </a:prstGeom>
        </p:spPr>
      </p:pic>
      <p:pic>
        <p:nvPicPr>
          <p:cNvPr id="46" name="Graphic 45" descr="Film strip with solid fill">
            <a:extLst>
              <a:ext uri="{FF2B5EF4-FFF2-40B4-BE49-F238E27FC236}">
                <a16:creationId xmlns:a16="http://schemas.microsoft.com/office/drawing/2014/main" id="{53FC07A5-1F92-4409-94D8-5B2DE24FA63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9220354">
            <a:off x="3374749" y="1546231"/>
            <a:ext cx="914400" cy="1062148"/>
          </a:xfrm>
          <a:prstGeom prst="rect">
            <a:avLst/>
          </a:prstGeom>
        </p:spPr>
      </p:pic>
      <p:pic>
        <p:nvPicPr>
          <p:cNvPr id="48" name="Graphic 47" descr="Theatre with solid fill">
            <a:extLst>
              <a:ext uri="{FF2B5EF4-FFF2-40B4-BE49-F238E27FC236}">
                <a16:creationId xmlns:a16="http://schemas.microsoft.com/office/drawing/2014/main" id="{4E176D7F-DAD4-4518-9442-FDE896E8BE1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448218" y="2370457"/>
            <a:ext cx="914400" cy="914400"/>
          </a:xfrm>
          <a:prstGeom prst="rect">
            <a:avLst/>
          </a:prstGeom>
        </p:spPr>
      </p:pic>
      <p:pic>
        <p:nvPicPr>
          <p:cNvPr id="49" name="Graphic 48" descr="Drama with solid fill">
            <a:extLst>
              <a:ext uri="{FF2B5EF4-FFF2-40B4-BE49-F238E27FC236}">
                <a16:creationId xmlns:a16="http://schemas.microsoft.com/office/drawing/2014/main" id="{19E71D96-62D6-43B7-894B-E914B0A0B18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224401" y="2550983"/>
            <a:ext cx="914400" cy="914400"/>
          </a:xfrm>
          <a:prstGeom prst="rect">
            <a:avLst/>
          </a:prstGeom>
        </p:spPr>
      </p:pic>
      <p:sp>
        <p:nvSpPr>
          <p:cNvPr id="2" name="TextBox 89">
            <a:extLst>
              <a:ext uri="{FF2B5EF4-FFF2-40B4-BE49-F238E27FC236}">
                <a16:creationId xmlns:a16="http://schemas.microsoft.com/office/drawing/2014/main" id="{723037C2-F3F8-9332-C72A-517B9809393C}"/>
              </a:ext>
            </a:extLst>
          </p:cNvPr>
          <p:cNvSpPr txBox="1"/>
          <p:nvPr/>
        </p:nvSpPr>
        <p:spPr>
          <a:xfrm>
            <a:off x="224808" y="241282"/>
            <a:ext cx="2863591" cy="784830"/>
          </a:xfrm>
          <a:prstGeom prst="rect">
            <a:avLst/>
          </a:prstGeom>
          <a:noFill/>
        </p:spPr>
        <p:txBody>
          <a:bodyPr wrap="square" rtlCol="0">
            <a:spAutoFit/>
          </a:bodyPr>
          <a:lstStyle/>
          <a:p>
            <a:pPr algn="ctr"/>
            <a:r>
              <a:rPr lang="vi-VN" sz="3600" b="1" dirty="0">
                <a:solidFill>
                  <a:srgbClr val="00B050"/>
                </a:solidFill>
                <a:latin typeface="Times New Roman" panose="02020603050405020304" pitchFamily="18" charset="0"/>
                <a:cs typeface="Times New Roman" panose="02020603050405020304" pitchFamily="18" charset="0"/>
              </a:rPr>
              <a:t>Nhóm 4</a:t>
            </a:r>
            <a:endParaRPr lang="en-PH" sz="3600" b="1" dirty="0">
              <a:solidFill>
                <a:srgbClr val="00B050"/>
              </a:solidFill>
              <a:latin typeface="Times New Roman" panose="02020603050405020304" pitchFamily="18" charset="0"/>
              <a:cs typeface="Times New Roman" panose="02020603050405020304" pitchFamily="18" charset="0"/>
            </a:endParaRPr>
          </a:p>
          <a:p>
            <a:pPr algn="ctr"/>
            <a:endParaRPr lang="en-PH"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112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53535"/>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17A7465-26F5-46D7-8451-AC00ADD37722}"/>
              </a:ext>
            </a:extLst>
          </p:cNvPr>
          <p:cNvGrpSpPr/>
          <p:nvPr/>
        </p:nvGrpSpPr>
        <p:grpSpPr>
          <a:xfrm>
            <a:off x="-1" y="6732588"/>
            <a:ext cx="12192001" cy="130049"/>
            <a:chOff x="-1" y="6732588"/>
            <a:chExt cx="12192001" cy="130049"/>
          </a:xfrm>
        </p:grpSpPr>
        <p:sp>
          <p:nvSpPr>
            <p:cNvPr id="12" name="Rectangle 11">
              <a:extLst>
                <a:ext uri="{FF2B5EF4-FFF2-40B4-BE49-F238E27FC236}">
                  <a16:creationId xmlns:a16="http://schemas.microsoft.com/office/drawing/2014/main" id="{F5B394C0-93FA-43BC-AC86-6F3B1304E1A7}"/>
                </a:ext>
              </a:extLst>
            </p:cNvPr>
            <p:cNvSpPr/>
            <p:nvPr/>
          </p:nvSpPr>
          <p:spPr>
            <a:xfrm>
              <a:off x="-1" y="6734905"/>
              <a:ext cx="2973721" cy="123095"/>
            </a:xfrm>
            <a:prstGeom prst="rect">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3" name="Rectangle 12">
              <a:extLst>
                <a:ext uri="{FF2B5EF4-FFF2-40B4-BE49-F238E27FC236}">
                  <a16:creationId xmlns:a16="http://schemas.microsoft.com/office/drawing/2014/main" id="{4E0D0D20-9806-49D5-A847-02CD692DF1DA}"/>
                </a:ext>
              </a:extLst>
            </p:cNvPr>
            <p:cNvSpPr/>
            <p:nvPr/>
          </p:nvSpPr>
          <p:spPr>
            <a:xfrm>
              <a:off x="2973720" y="6734905"/>
              <a:ext cx="3122280" cy="125413"/>
            </a:xfrm>
            <a:prstGeom prst="rect">
              <a:avLst/>
            </a:prstGeom>
            <a:solidFill>
              <a:srgbClr val="FBBC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39D7A0D3-E7A0-4475-9020-73FF6C9C9FA6}"/>
                </a:ext>
              </a:extLst>
            </p:cNvPr>
            <p:cNvSpPr/>
            <p:nvPr/>
          </p:nvSpPr>
          <p:spPr>
            <a:xfrm>
              <a:off x="6096000" y="6732588"/>
              <a:ext cx="2851052" cy="125413"/>
            </a:xfrm>
            <a:prstGeom prst="rect">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A380231A-491E-41F2-AD5D-1795EE2E2C94}"/>
                </a:ext>
              </a:extLst>
            </p:cNvPr>
            <p:cNvSpPr/>
            <p:nvPr/>
          </p:nvSpPr>
          <p:spPr>
            <a:xfrm>
              <a:off x="8947052" y="6732588"/>
              <a:ext cx="3244948" cy="130049"/>
            </a:xfrm>
            <a:prstGeom prst="rect">
              <a:avLst/>
            </a:prstGeom>
            <a:solidFill>
              <a:srgbClr val="428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sp>
        <p:nvSpPr>
          <p:cNvPr id="16" name="TextBox 15">
            <a:extLst>
              <a:ext uri="{FF2B5EF4-FFF2-40B4-BE49-F238E27FC236}">
                <a16:creationId xmlns:a16="http://schemas.microsoft.com/office/drawing/2014/main" id="{5441D61F-3D5C-46EB-BD7D-0839CFD11A93}"/>
              </a:ext>
            </a:extLst>
          </p:cNvPr>
          <p:cNvSpPr txBox="1"/>
          <p:nvPr/>
        </p:nvSpPr>
        <p:spPr>
          <a:xfrm>
            <a:off x="3004764" y="2479985"/>
            <a:ext cx="6182472" cy="1631216"/>
          </a:xfrm>
          <a:prstGeom prst="rect">
            <a:avLst/>
          </a:prstGeom>
          <a:noFill/>
        </p:spPr>
        <p:txBody>
          <a:bodyPr wrap="square" rtlCol="0">
            <a:spAutoFit/>
          </a:bodyPr>
          <a:lstStyle/>
          <a:p>
            <a:pPr algn="ctr"/>
            <a:endParaRPr lang="en-PH" sz="8000" b="1" dirty="0">
              <a:solidFill>
                <a:srgbClr val="2EA54E"/>
              </a:solidFill>
              <a:latin typeface="Product Sans" panose="020B0403030502040203" pitchFamily="34" charset="0"/>
            </a:endParaRPr>
          </a:p>
          <a:p>
            <a:pPr algn="ctr"/>
            <a:endParaRPr lang="en-PH" sz="2000" dirty="0"/>
          </a:p>
        </p:txBody>
      </p:sp>
      <p:grpSp>
        <p:nvGrpSpPr>
          <p:cNvPr id="18" name="Group 17">
            <a:extLst>
              <a:ext uri="{FF2B5EF4-FFF2-40B4-BE49-F238E27FC236}">
                <a16:creationId xmlns:a16="http://schemas.microsoft.com/office/drawing/2014/main" id="{DF52EE2B-0F02-4C0A-A941-0A108489823F}"/>
              </a:ext>
            </a:extLst>
          </p:cNvPr>
          <p:cNvGrpSpPr/>
          <p:nvPr/>
        </p:nvGrpSpPr>
        <p:grpSpPr>
          <a:xfrm>
            <a:off x="-8538373" y="346935"/>
            <a:ext cx="6654018" cy="550671"/>
            <a:chOff x="2768991" y="3077691"/>
            <a:chExt cx="6654018" cy="550671"/>
          </a:xfrm>
        </p:grpSpPr>
        <p:sp>
          <p:nvSpPr>
            <p:cNvPr id="19" name="Rectangle: Rounded Corners 18">
              <a:extLst>
                <a:ext uri="{FF2B5EF4-FFF2-40B4-BE49-F238E27FC236}">
                  <a16:creationId xmlns:a16="http://schemas.microsoft.com/office/drawing/2014/main" id="{3F30708F-CBCD-4C49-87E5-B04C06733A08}"/>
                </a:ext>
              </a:extLst>
            </p:cNvPr>
            <p:cNvSpPr/>
            <p:nvPr/>
          </p:nvSpPr>
          <p:spPr>
            <a:xfrm>
              <a:off x="2768991" y="3077691"/>
              <a:ext cx="6654018" cy="550671"/>
            </a:xfrm>
            <a:prstGeom prst="roundRect">
              <a:avLst>
                <a:gd name="adj" fmla="val 44969"/>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0" name="Picture 19">
              <a:extLst>
                <a:ext uri="{FF2B5EF4-FFF2-40B4-BE49-F238E27FC236}">
                  <a16:creationId xmlns:a16="http://schemas.microsoft.com/office/drawing/2014/main" id="{83BBA43E-01F2-49AC-AB54-E73BB39A242C}"/>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003504" y="3210391"/>
              <a:ext cx="285270" cy="285270"/>
            </a:xfrm>
            <a:prstGeom prst="rect">
              <a:avLst/>
            </a:prstGeom>
          </p:spPr>
        </p:pic>
        <p:pic>
          <p:nvPicPr>
            <p:cNvPr id="21" name="Picture 20" descr="Icon&#10;&#10;Description automatically generated">
              <a:extLst>
                <a:ext uri="{FF2B5EF4-FFF2-40B4-BE49-F238E27FC236}">
                  <a16:creationId xmlns:a16="http://schemas.microsoft.com/office/drawing/2014/main" id="{BF107EDB-FEA9-4A9B-81A8-3521A3003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009001" y="3250651"/>
              <a:ext cx="143165" cy="204749"/>
            </a:xfrm>
            <a:prstGeom prst="rect">
              <a:avLst/>
            </a:prstGeom>
          </p:spPr>
        </p:pic>
      </p:grpSp>
      <p:pic>
        <p:nvPicPr>
          <p:cNvPr id="24" name="Picture 23" descr="Chart, logo, company name, bubble chart&#10;&#10;Description automatically generated">
            <a:extLst>
              <a:ext uri="{FF2B5EF4-FFF2-40B4-BE49-F238E27FC236}">
                <a16:creationId xmlns:a16="http://schemas.microsoft.com/office/drawing/2014/main" id="{05E80F91-0F2E-49E3-B646-157DEE3838D2}"/>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1943" b="44169" l="67879" r="83287"/>
                    </a14:imgEffect>
                  </a14:imgLayer>
                </a14:imgProps>
              </a:ext>
              <a:ext uri="{28A0092B-C50C-407E-A947-70E740481C1C}">
                <a14:useLocalDpi xmlns:a14="http://schemas.microsoft.com/office/drawing/2010/main" val="0"/>
              </a:ext>
            </a:extLst>
          </a:blip>
          <a:srcRect l="65953" t="19165" r="14787" b="53053"/>
          <a:stretch/>
        </p:blipFill>
        <p:spPr>
          <a:xfrm>
            <a:off x="-1774694" y="386390"/>
            <a:ext cx="609591" cy="494614"/>
          </a:xfrm>
          <a:prstGeom prst="rect">
            <a:avLst/>
          </a:prstGeom>
        </p:spPr>
      </p:pic>
      <p:pic>
        <p:nvPicPr>
          <p:cNvPr id="25" name="Graphic 24" descr="DVD player with solid fill">
            <a:extLst>
              <a:ext uri="{FF2B5EF4-FFF2-40B4-BE49-F238E27FC236}">
                <a16:creationId xmlns:a16="http://schemas.microsoft.com/office/drawing/2014/main" id="{6A00138A-075B-4944-BC5B-E3B72754617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0195" y="1177208"/>
            <a:ext cx="759345" cy="759345"/>
          </a:xfrm>
          <a:prstGeom prst="rect">
            <a:avLst/>
          </a:prstGeom>
        </p:spPr>
      </p:pic>
      <p:pic>
        <p:nvPicPr>
          <p:cNvPr id="29" name="Graphic 28" descr="Optical disc with solid fill">
            <a:extLst>
              <a:ext uri="{FF2B5EF4-FFF2-40B4-BE49-F238E27FC236}">
                <a16:creationId xmlns:a16="http://schemas.microsoft.com/office/drawing/2014/main" id="{23FFD9D1-6559-4342-8338-615A5D9D994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61668" y="1189462"/>
            <a:ext cx="759345" cy="759345"/>
          </a:xfrm>
          <a:prstGeom prst="rect">
            <a:avLst/>
          </a:prstGeom>
        </p:spPr>
      </p:pic>
      <p:pic>
        <p:nvPicPr>
          <p:cNvPr id="30" name="Graphic 29" descr="Film strip with solid fill">
            <a:extLst>
              <a:ext uri="{FF2B5EF4-FFF2-40B4-BE49-F238E27FC236}">
                <a16:creationId xmlns:a16="http://schemas.microsoft.com/office/drawing/2014/main" id="{A64067B7-2F0F-488C-97E9-C27E3A2A1D1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9220354">
            <a:off x="-4847297" y="1115861"/>
            <a:ext cx="759345" cy="882040"/>
          </a:xfrm>
          <a:prstGeom prst="rect">
            <a:avLst/>
          </a:prstGeom>
        </p:spPr>
      </p:pic>
      <p:pic>
        <p:nvPicPr>
          <p:cNvPr id="31" name="Graphic 30" descr="Drama with solid fill">
            <a:extLst>
              <a:ext uri="{FF2B5EF4-FFF2-40B4-BE49-F238E27FC236}">
                <a16:creationId xmlns:a16="http://schemas.microsoft.com/office/drawing/2014/main" id="{E7E91881-5EBC-4F87-97EC-2B0CD0ADAF0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58000" y="1141808"/>
            <a:ext cx="759345" cy="759345"/>
          </a:xfrm>
          <a:prstGeom prst="rect">
            <a:avLst/>
          </a:prstGeom>
        </p:spPr>
      </p:pic>
      <p:pic>
        <p:nvPicPr>
          <p:cNvPr id="32" name="Graphic 31" descr="Director's Chair with solid fill">
            <a:extLst>
              <a:ext uri="{FF2B5EF4-FFF2-40B4-BE49-F238E27FC236}">
                <a16:creationId xmlns:a16="http://schemas.microsoft.com/office/drawing/2014/main" id="{5FE6D248-2F63-475C-A178-DB782635E5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208463" y="7895499"/>
            <a:ext cx="759345" cy="759345"/>
          </a:xfrm>
          <a:prstGeom prst="rect">
            <a:avLst/>
          </a:prstGeom>
        </p:spPr>
      </p:pic>
      <p:pic>
        <p:nvPicPr>
          <p:cNvPr id="33" name="Graphic 32" descr="3d Glasses with solid fill">
            <a:extLst>
              <a:ext uri="{FF2B5EF4-FFF2-40B4-BE49-F238E27FC236}">
                <a16:creationId xmlns:a16="http://schemas.microsoft.com/office/drawing/2014/main" id="{F4D268A5-64A0-40E9-9F6D-41E0D9FA8B6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78262" y="7895499"/>
            <a:ext cx="759345" cy="759345"/>
          </a:xfrm>
          <a:prstGeom prst="rect">
            <a:avLst/>
          </a:prstGeom>
        </p:spPr>
      </p:pic>
      <p:pic>
        <p:nvPicPr>
          <p:cNvPr id="34" name="Graphic 33" descr="Film reel with solid fill">
            <a:extLst>
              <a:ext uri="{FF2B5EF4-FFF2-40B4-BE49-F238E27FC236}">
                <a16:creationId xmlns:a16="http://schemas.microsoft.com/office/drawing/2014/main" id="{740D2DC0-0C1A-483B-BF07-371F23F25AE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36167" y="7905840"/>
            <a:ext cx="759345" cy="759345"/>
          </a:xfrm>
          <a:prstGeom prst="rect">
            <a:avLst/>
          </a:prstGeom>
        </p:spPr>
      </p:pic>
      <p:pic>
        <p:nvPicPr>
          <p:cNvPr id="35" name="Graphic 34" descr="Theatre with solid fill">
            <a:extLst>
              <a:ext uri="{FF2B5EF4-FFF2-40B4-BE49-F238E27FC236}">
                <a16:creationId xmlns:a16="http://schemas.microsoft.com/office/drawing/2014/main" id="{391E3CB7-50BB-4855-BB08-B7934E892F2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765097" y="7895499"/>
            <a:ext cx="759345" cy="759345"/>
          </a:xfrm>
          <a:prstGeom prst="rect">
            <a:avLst/>
          </a:prstGeom>
        </p:spPr>
      </p:pic>
      <p:sp>
        <p:nvSpPr>
          <p:cNvPr id="36" name="Oval 35">
            <a:extLst>
              <a:ext uri="{FF2B5EF4-FFF2-40B4-BE49-F238E27FC236}">
                <a16:creationId xmlns:a16="http://schemas.microsoft.com/office/drawing/2014/main" id="{2250E8C4-0D98-4E05-A7C6-4FC2CFB5C9FC}"/>
              </a:ext>
            </a:extLst>
          </p:cNvPr>
          <p:cNvSpPr/>
          <p:nvPr/>
        </p:nvSpPr>
        <p:spPr>
          <a:xfrm>
            <a:off x="10817067" y="-738629"/>
            <a:ext cx="275772" cy="290286"/>
          </a:xfrm>
          <a:prstGeom prst="ellipse">
            <a:avLst/>
          </a:prstGeom>
          <a:solidFill>
            <a:srgbClr val="34A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Oval 36">
            <a:extLst>
              <a:ext uri="{FF2B5EF4-FFF2-40B4-BE49-F238E27FC236}">
                <a16:creationId xmlns:a16="http://schemas.microsoft.com/office/drawing/2014/main" id="{F99AB0D4-7AB8-4A5E-94E4-8EDF8A90F91A}"/>
              </a:ext>
            </a:extLst>
          </p:cNvPr>
          <p:cNvSpPr/>
          <p:nvPr/>
        </p:nvSpPr>
        <p:spPr>
          <a:xfrm>
            <a:off x="11257230" y="-734769"/>
            <a:ext cx="275772" cy="290286"/>
          </a:xfrm>
          <a:prstGeom prst="ellipse">
            <a:avLst/>
          </a:prstGeom>
          <a:solidFill>
            <a:srgbClr val="F7B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8" name="Oval 37">
            <a:extLst>
              <a:ext uri="{FF2B5EF4-FFF2-40B4-BE49-F238E27FC236}">
                <a16:creationId xmlns:a16="http://schemas.microsoft.com/office/drawing/2014/main" id="{35E3D579-BCE5-4CCF-8712-46086B88DC81}"/>
              </a:ext>
            </a:extLst>
          </p:cNvPr>
          <p:cNvSpPr/>
          <p:nvPr/>
        </p:nvSpPr>
        <p:spPr>
          <a:xfrm>
            <a:off x="11668510" y="-738629"/>
            <a:ext cx="275772" cy="290286"/>
          </a:xfrm>
          <a:prstGeom prst="ellipse">
            <a:avLst/>
          </a:prstGeom>
          <a:solidFill>
            <a:srgbClr val="EA43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9" name="Picture 38" descr="Avocado Moody Foodies">
            <a:extLst>
              <a:ext uri="{FF2B5EF4-FFF2-40B4-BE49-F238E27FC236}">
                <a16:creationId xmlns:a16="http://schemas.microsoft.com/office/drawing/2014/main" id="{20D8B614-426C-456A-8BDC-B1B33DDC13D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642499" y="4646320"/>
            <a:ext cx="1048770" cy="1048770"/>
          </a:xfrm>
          <a:prstGeom prst="rect">
            <a:avLst/>
          </a:prstGeom>
        </p:spPr>
      </p:pic>
      <p:pic>
        <p:nvPicPr>
          <p:cNvPr id="40" name="Picture 39" descr="Pear Moody Foodies">
            <a:extLst>
              <a:ext uri="{FF2B5EF4-FFF2-40B4-BE49-F238E27FC236}">
                <a16:creationId xmlns:a16="http://schemas.microsoft.com/office/drawing/2014/main" id="{0ABCB0D6-75B4-4A46-9B4C-008845A5BB3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56974" y="5754532"/>
            <a:ext cx="834962" cy="834962"/>
          </a:xfrm>
          <a:prstGeom prst="rect">
            <a:avLst/>
          </a:prstGeom>
        </p:spPr>
      </p:pic>
      <p:pic>
        <p:nvPicPr>
          <p:cNvPr id="41" name="Picture 40" descr="Apple Moody Foodies">
            <a:extLst>
              <a:ext uri="{FF2B5EF4-FFF2-40B4-BE49-F238E27FC236}">
                <a16:creationId xmlns:a16="http://schemas.microsoft.com/office/drawing/2014/main" id="{C14D5368-60B7-44CD-AA09-BF13FA6B57D6}"/>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8382984" y="5373459"/>
            <a:ext cx="1066988" cy="1066988"/>
          </a:xfrm>
          <a:prstGeom prst="rect">
            <a:avLst/>
          </a:prstGeom>
        </p:spPr>
      </p:pic>
      <p:pic>
        <p:nvPicPr>
          <p:cNvPr id="42" name="Picture 41" descr="Watermelon Moody Foodies">
            <a:extLst>
              <a:ext uri="{FF2B5EF4-FFF2-40B4-BE49-F238E27FC236}">
                <a16:creationId xmlns:a16="http://schemas.microsoft.com/office/drawing/2014/main" id="{70FABB71-9F2D-4F06-91F5-A076CA943506}"/>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292172" y="4969178"/>
            <a:ext cx="937775" cy="937775"/>
          </a:xfrm>
          <a:prstGeom prst="rect">
            <a:avLst/>
          </a:prstGeom>
        </p:spPr>
      </p:pic>
      <p:pic>
        <p:nvPicPr>
          <p:cNvPr id="43" name="Picture 42" descr="Banana Moody Foodies">
            <a:extLst>
              <a:ext uri="{FF2B5EF4-FFF2-40B4-BE49-F238E27FC236}">
                <a16:creationId xmlns:a16="http://schemas.microsoft.com/office/drawing/2014/main" id="{D30EB642-6BF0-47C1-AFE6-7EFF1C7CD93B}"/>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4354392" y="5294068"/>
            <a:ext cx="920929" cy="920929"/>
          </a:xfrm>
          <a:prstGeom prst="rect">
            <a:avLst/>
          </a:prstGeom>
        </p:spPr>
      </p:pic>
      <p:sp>
        <p:nvSpPr>
          <p:cNvPr id="44" name="TextBox 43">
            <a:extLst>
              <a:ext uri="{FF2B5EF4-FFF2-40B4-BE49-F238E27FC236}">
                <a16:creationId xmlns:a16="http://schemas.microsoft.com/office/drawing/2014/main" id="{A4BCA6A1-A2C3-4958-9F3E-74E18DBEDA5E}"/>
              </a:ext>
            </a:extLst>
          </p:cNvPr>
          <p:cNvSpPr txBox="1"/>
          <p:nvPr/>
        </p:nvSpPr>
        <p:spPr>
          <a:xfrm>
            <a:off x="4099388" y="3739784"/>
            <a:ext cx="4454434" cy="523220"/>
          </a:xfrm>
          <a:prstGeom prst="rect">
            <a:avLst/>
          </a:prstGeom>
          <a:noFill/>
        </p:spPr>
        <p:txBody>
          <a:bodyPr wrap="square" rtlCol="0">
            <a:spAutoFit/>
          </a:bodyPr>
          <a:lstStyle/>
          <a:p>
            <a:pPr algn="ctr"/>
            <a:r>
              <a:rPr lang="en-US" sz="2800" b="1">
                <a:solidFill>
                  <a:schemeClr val="bg1"/>
                </a:solidFill>
                <a:latin typeface="SVN-Product Sans" panose="020B0403030502040203" pitchFamily="34" charset="0"/>
              </a:rPr>
              <a:t>Thanks For Watching!</a:t>
            </a:r>
            <a:endParaRPr lang="vi-VN" sz="2800" b="1">
              <a:solidFill>
                <a:schemeClr val="bg1"/>
              </a:solidFill>
              <a:latin typeface="SVN-Product Sans" panose="020B0403030502040203" pitchFamily="34" charset="0"/>
            </a:endParaRPr>
          </a:p>
        </p:txBody>
      </p:sp>
      <p:sp>
        <p:nvSpPr>
          <p:cNvPr id="45" name="Oval 44">
            <a:extLst>
              <a:ext uri="{FF2B5EF4-FFF2-40B4-BE49-F238E27FC236}">
                <a16:creationId xmlns:a16="http://schemas.microsoft.com/office/drawing/2014/main" id="{F58635FE-5EEA-4139-8C80-A797622A51FF}"/>
              </a:ext>
            </a:extLst>
          </p:cNvPr>
          <p:cNvSpPr/>
          <p:nvPr/>
        </p:nvSpPr>
        <p:spPr>
          <a:xfrm>
            <a:off x="729411" y="2323619"/>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29859" t="-135085" r="-545392" b="-284131"/>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Oval 45">
            <a:extLst>
              <a:ext uri="{FF2B5EF4-FFF2-40B4-BE49-F238E27FC236}">
                <a16:creationId xmlns:a16="http://schemas.microsoft.com/office/drawing/2014/main" id="{FC1F9B19-18CD-41E5-A267-04C02F936C96}"/>
              </a:ext>
            </a:extLst>
          </p:cNvPr>
          <p:cNvSpPr/>
          <p:nvPr/>
        </p:nvSpPr>
        <p:spPr>
          <a:xfrm>
            <a:off x="3072776" y="686346"/>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171960" t="-147226" r="-443210" b="-302684"/>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7" name="Oval 46">
            <a:extLst>
              <a:ext uri="{FF2B5EF4-FFF2-40B4-BE49-F238E27FC236}">
                <a16:creationId xmlns:a16="http://schemas.microsoft.com/office/drawing/2014/main" id="{1EF11603-7F14-442D-BAE7-ABD8077E9356}"/>
              </a:ext>
            </a:extLst>
          </p:cNvPr>
          <p:cNvSpPr/>
          <p:nvPr/>
        </p:nvSpPr>
        <p:spPr>
          <a:xfrm>
            <a:off x="10515839" y="2323620"/>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401948" t="-128498" r="-154517" b="-276273"/>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8" name="Oval 47">
            <a:extLst>
              <a:ext uri="{FF2B5EF4-FFF2-40B4-BE49-F238E27FC236}">
                <a16:creationId xmlns:a16="http://schemas.microsoft.com/office/drawing/2014/main" id="{AD32D9E7-B0DB-4B02-9F31-EF0B07A443C3}"/>
              </a:ext>
            </a:extLst>
          </p:cNvPr>
          <p:cNvSpPr/>
          <p:nvPr/>
        </p:nvSpPr>
        <p:spPr>
          <a:xfrm>
            <a:off x="7369693" y="719458"/>
            <a:ext cx="995680" cy="971973"/>
          </a:xfrm>
          <a:prstGeom prst="ellipse">
            <a:avLst/>
          </a:prstGeom>
          <a:blipFill dpi="0" rotWithShape="1">
            <a:blip r:embed="rId27">
              <a:extLst>
                <a:ext uri="{28A0092B-C50C-407E-A947-70E740481C1C}">
                  <a14:useLocalDpi xmlns:a14="http://schemas.microsoft.com/office/drawing/2010/main" val="0"/>
                </a:ext>
              </a:extLst>
            </a:blip>
            <a:srcRect/>
            <a:stretch>
              <a:fillRect l="-561918" t="-139800" r="-34677" b="-295826"/>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792240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80"/>
                                  </p:iterate>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1091</TotalTime>
  <Words>805</Words>
  <Application>Microsoft Office PowerPoint</Application>
  <PresentationFormat>Màn hình rộng</PresentationFormat>
  <Paragraphs>167</Paragraphs>
  <Slides>19</Slides>
  <Notes>0</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19</vt:i4>
      </vt:variant>
    </vt:vector>
  </HeadingPairs>
  <TitlesOfParts>
    <vt:vector size="26" baseType="lpstr">
      <vt:lpstr>Arial</vt:lpstr>
      <vt:lpstr>Calibri</vt:lpstr>
      <vt:lpstr>Calibri Light</vt:lpstr>
      <vt:lpstr>Product Sans</vt:lpstr>
      <vt:lpstr>SVN-Product Sans</vt:lpstr>
      <vt:lpstr>Times New Roman</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Ann Catipon</dc:creator>
  <cp:lastModifiedBy>Doan Duong</cp:lastModifiedBy>
  <cp:revision>79</cp:revision>
  <dcterms:created xsi:type="dcterms:W3CDTF">2021-04-09T16:30:58Z</dcterms:created>
  <dcterms:modified xsi:type="dcterms:W3CDTF">2025-11-01T12:26:43Z</dcterms:modified>
</cp:coreProperties>
</file>